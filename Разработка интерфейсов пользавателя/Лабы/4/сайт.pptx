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BC14D8-5E78-BCC3-0B8B-70A09EDFE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24DE57-2B7C-308A-9B85-E001E31FB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B56E84-4F44-D352-AB32-728A5D4A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9EB039-69E6-AF03-1FA9-956D60C0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F13160-314F-9CA4-32FD-5F88F3E6F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89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A69920-BE61-A193-EA42-AE1277AF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EC4352-0220-1F8B-8B46-345890869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779323-6B6A-C72D-1BFF-669F77EF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5031F1-E7AB-AF6D-0138-6FABFB46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9907E9-19ED-B525-DBCA-E7438BDA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31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A51D3-6D0C-B647-D619-0D3415D8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86A848-CADF-DDE9-D6B6-7EB66D08E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8F5AFD-7149-CD81-CA8A-BE4C8919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D6FBDC-746A-40BB-58ED-A4EE179C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B1234C-E2D1-6F30-3D56-901E5593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90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77BC8-6F20-F1B5-1FAA-5252830D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C52926-3495-A63E-51B5-796DD3B93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5CBE32-D059-A993-C5BD-20CFC765A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A544EA-825C-1247-BBE4-5EDA51AE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006B97-F6DD-47B0-DA3D-2A4BA5C18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96FCCE-2645-2FE4-E1BC-BD11FF90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72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8A52D-B640-5AFA-75D1-C19AD4BA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032F1C-20E2-7929-DDEE-2A2E24649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5BF32E-8132-6D86-AFDD-A7DC21E15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38CEC1-37E0-BFCF-0E82-C56D92433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5BF661-6832-47C1-AA1F-6CEB53E3C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5B32E69-0813-5B3B-1A65-D93BE28F7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6CF116B-A7C7-468B-4F8C-BB7A9685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7A5F8FB-995B-FA04-45C3-05295792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88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E1CA8-8482-C104-57A0-6586F2B7F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86515D-AE3A-2847-1C7A-BF4606C3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7BD0B-D108-3B6C-E23F-11A488E0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53FE92-704A-C7DB-3772-78ABC0BF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46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12B51B-DA01-626C-BB6E-1FE7C795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76AB6D-115A-E5B8-A703-23991814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EDB236-5AA3-0BBF-AFA1-C17AFE74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73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E9592-B412-D6F7-BB88-96CCD5FED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FB2DD9-EFBD-7AFE-34CB-EEC5DDD10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95342D-5120-E687-B4C1-9FA5BA5FF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20B66A-DD88-DEF4-0BB2-B493F2976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9AD5AA-CEDB-696A-7E04-746ACCC0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DE9154-E20C-DD6F-1B36-FDF38982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00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39B21-A703-B17D-7074-11741AB9A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3E3990-B942-6802-1B59-9611F1FB2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CBA007-A8AA-8E6B-FA5D-A57413AF1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A584A9-50D3-3F64-C327-3EB6B5AB6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658E53-265B-2561-E2FB-8AB0412A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617D30-BD8F-3A55-8CEA-F93B94C6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36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423680-3ACE-8455-11AD-70D31E58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E3665E-9D13-ED74-21AC-DF879BA48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9AB956-75C9-41E4-48B6-959D2FCC7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3870F-A085-2D1D-798A-23A18375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987340-B3DE-E764-CE47-8DF7EBC6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64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E8BE03-D827-2C10-7E87-6CCBA64EB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A5959B-E660-FB67-5C99-9F0007B95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1E8AD-C6A0-FB19-32ED-CA387172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3DFBDE-0E58-BB9A-E025-8C964433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2BABC3-0C51-9AD4-19A5-8E1B776CD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34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6E6C5-D14B-6439-9113-E60619193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02C46B-25E1-0C8B-DD56-4885263E6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D4AC3C-1758-76C0-E6A0-14FAE449D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1584E-41B9-420C-BA14-8BFAF51D8280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5933E-526E-44AF-4E58-A34D2F2E0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5CF9F9-0363-2B74-10CF-992A02C90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2028F-E49B-4D5F-BEAD-30BCDF76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74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2100755-F0DB-5A1D-AE5C-84DDA080856A}"/>
              </a:ext>
            </a:extLst>
          </p:cNvPr>
          <p:cNvSpPr/>
          <p:nvPr/>
        </p:nvSpPr>
        <p:spPr>
          <a:xfrm>
            <a:off x="0" y="0"/>
            <a:ext cx="12192000" cy="5155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виток: вертикальный 4">
            <a:hlinkClick r:id="rId2" action="ppaction://hlinksldjump"/>
            <a:extLst>
              <a:ext uri="{FF2B5EF4-FFF2-40B4-BE49-F238E27FC236}">
                <a16:creationId xmlns:a16="http://schemas.microsoft.com/office/drawing/2014/main" id="{A4BEE6CE-0C33-0884-C4D9-CAEFCC178FFE}"/>
              </a:ext>
            </a:extLst>
          </p:cNvPr>
          <p:cNvSpPr/>
          <p:nvPr/>
        </p:nvSpPr>
        <p:spPr>
          <a:xfrm>
            <a:off x="233464" y="34047"/>
            <a:ext cx="428017" cy="447472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1D7266-2A3A-08FC-30C4-5DB5E5240DF3}"/>
              </a:ext>
            </a:extLst>
          </p:cNvPr>
          <p:cNvSpPr/>
          <p:nvPr/>
        </p:nvSpPr>
        <p:spPr>
          <a:xfrm>
            <a:off x="4863830" y="34047"/>
            <a:ext cx="3599234" cy="4474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шеврон 6">
            <a:hlinkClick r:id="rId3" action="ppaction://hlinksldjump"/>
            <a:extLst>
              <a:ext uri="{FF2B5EF4-FFF2-40B4-BE49-F238E27FC236}">
                <a16:creationId xmlns:a16="http://schemas.microsoft.com/office/drawing/2014/main" id="{DF3C23B0-F651-F579-9FEA-E9D16E3B183B}"/>
              </a:ext>
            </a:extLst>
          </p:cNvPr>
          <p:cNvSpPr/>
          <p:nvPr/>
        </p:nvSpPr>
        <p:spPr>
          <a:xfrm>
            <a:off x="8054502" y="107004"/>
            <a:ext cx="272375" cy="29183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Выноска: счетверенная стрелка 8">
            <a:hlinkClick r:id="rId4" action="ppaction://hlinksldjump"/>
            <a:extLst>
              <a:ext uri="{FF2B5EF4-FFF2-40B4-BE49-F238E27FC236}">
                <a16:creationId xmlns:a16="http://schemas.microsoft.com/office/drawing/2014/main" id="{A01FB1F1-EEFB-5B8E-40FA-1053DE1266D0}"/>
              </a:ext>
            </a:extLst>
          </p:cNvPr>
          <p:cNvSpPr/>
          <p:nvPr/>
        </p:nvSpPr>
        <p:spPr>
          <a:xfrm>
            <a:off x="11138170" y="72957"/>
            <a:ext cx="428017" cy="408562"/>
          </a:xfrm>
          <a:prstGeom prst="quadArrowCallo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3C05AD2-92E5-0D82-7B76-BE22EE206250}"/>
              </a:ext>
            </a:extLst>
          </p:cNvPr>
          <p:cNvSpPr/>
          <p:nvPr/>
        </p:nvSpPr>
        <p:spPr>
          <a:xfrm>
            <a:off x="8463064" y="481519"/>
            <a:ext cx="3728936" cy="63764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3A67524-1B88-F676-8112-93FD66F9A58D}"/>
              </a:ext>
            </a:extLst>
          </p:cNvPr>
          <p:cNvSpPr/>
          <p:nvPr/>
        </p:nvSpPr>
        <p:spPr>
          <a:xfrm>
            <a:off x="8803532" y="953311"/>
            <a:ext cx="1692613" cy="311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ТЕГ 1</a:t>
            </a: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BBDABF7F-7118-89FF-695D-241B6EAA1349}"/>
              </a:ext>
            </a:extLst>
          </p:cNvPr>
          <p:cNvSpPr/>
          <p:nvPr/>
        </p:nvSpPr>
        <p:spPr>
          <a:xfrm>
            <a:off x="8803532" y="5603132"/>
            <a:ext cx="3122579" cy="773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</a:rPr>
              <a:t>ПРИМЕНИТЬ</a:t>
            </a:r>
          </a:p>
        </p:txBody>
      </p:sp>
      <p:sp>
        <p:nvSpPr>
          <p:cNvPr id="13" name="Прямоугольник 12">
            <a:hlinkClick r:id="rId5" action="ppaction://hlinksldjump"/>
            <a:extLst>
              <a:ext uri="{FF2B5EF4-FFF2-40B4-BE49-F238E27FC236}">
                <a16:creationId xmlns:a16="http://schemas.microsoft.com/office/drawing/2014/main" id="{FD4469B7-688F-0A21-E733-280B8DE10887}"/>
              </a:ext>
            </a:extLst>
          </p:cNvPr>
          <p:cNvSpPr/>
          <p:nvPr/>
        </p:nvSpPr>
        <p:spPr>
          <a:xfrm>
            <a:off x="447472" y="836579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hlinkClick r:id="rId5" action="ppaction://hlinksldjump"/>
            <a:extLst>
              <a:ext uri="{FF2B5EF4-FFF2-40B4-BE49-F238E27FC236}">
                <a16:creationId xmlns:a16="http://schemas.microsoft.com/office/drawing/2014/main" id="{17466D18-4091-EC3B-401D-1BC07896AB11}"/>
              </a:ext>
            </a:extLst>
          </p:cNvPr>
          <p:cNvSpPr/>
          <p:nvPr/>
        </p:nvSpPr>
        <p:spPr>
          <a:xfrm>
            <a:off x="2793459" y="836578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hlinkClick r:id="rId5" action="ppaction://hlinksldjump"/>
            <a:extLst>
              <a:ext uri="{FF2B5EF4-FFF2-40B4-BE49-F238E27FC236}">
                <a16:creationId xmlns:a16="http://schemas.microsoft.com/office/drawing/2014/main" id="{7617CAAD-4D60-E5FD-B4D5-6605C31E68F1}"/>
              </a:ext>
            </a:extLst>
          </p:cNvPr>
          <p:cNvSpPr/>
          <p:nvPr/>
        </p:nvSpPr>
        <p:spPr>
          <a:xfrm>
            <a:off x="5139446" y="836577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hlinkClick r:id="rId5" action="ppaction://hlinksldjump"/>
            <a:extLst>
              <a:ext uri="{FF2B5EF4-FFF2-40B4-BE49-F238E27FC236}">
                <a16:creationId xmlns:a16="http://schemas.microsoft.com/office/drawing/2014/main" id="{73BE013A-ACF6-D1B7-8DB4-A3C9F4044BA6}"/>
              </a:ext>
            </a:extLst>
          </p:cNvPr>
          <p:cNvSpPr/>
          <p:nvPr/>
        </p:nvSpPr>
        <p:spPr>
          <a:xfrm>
            <a:off x="447472" y="3429002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hlinkClick r:id="rId5" action="ppaction://hlinksldjump"/>
            <a:extLst>
              <a:ext uri="{FF2B5EF4-FFF2-40B4-BE49-F238E27FC236}">
                <a16:creationId xmlns:a16="http://schemas.microsoft.com/office/drawing/2014/main" id="{7AE6EAE8-E4E2-D039-477C-F2C1467C2B66}"/>
              </a:ext>
            </a:extLst>
          </p:cNvPr>
          <p:cNvSpPr/>
          <p:nvPr/>
        </p:nvSpPr>
        <p:spPr>
          <a:xfrm>
            <a:off x="2793459" y="3429001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hlinkClick r:id="rId5" action="ppaction://hlinksldjump"/>
            <a:extLst>
              <a:ext uri="{FF2B5EF4-FFF2-40B4-BE49-F238E27FC236}">
                <a16:creationId xmlns:a16="http://schemas.microsoft.com/office/drawing/2014/main" id="{3DEE4EC0-0C8B-2CDA-068E-81C73E6F5B54}"/>
              </a:ext>
            </a:extLst>
          </p:cNvPr>
          <p:cNvSpPr/>
          <p:nvPr/>
        </p:nvSpPr>
        <p:spPr>
          <a:xfrm>
            <a:off x="5139446" y="3429000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537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16A0-1995-C4F0-F079-748E47E6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10A1345-15FB-F243-49DC-886EF4F06D6D}"/>
              </a:ext>
            </a:extLst>
          </p:cNvPr>
          <p:cNvSpPr/>
          <p:nvPr/>
        </p:nvSpPr>
        <p:spPr>
          <a:xfrm>
            <a:off x="0" y="0"/>
            <a:ext cx="12192000" cy="5155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виток: вертикальный 4">
            <a:hlinkClick r:id="rId2" action="ppaction://hlinksldjump"/>
            <a:extLst>
              <a:ext uri="{FF2B5EF4-FFF2-40B4-BE49-F238E27FC236}">
                <a16:creationId xmlns:a16="http://schemas.microsoft.com/office/drawing/2014/main" id="{2510B6C9-5F3E-5549-484E-DD2066853E54}"/>
              </a:ext>
            </a:extLst>
          </p:cNvPr>
          <p:cNvSpPr/>
          <p:nvPr/>
        </p:nvSpPr>
        <p:spPr>
          <a:xfrm>
            <a:off x="233464" y="34047"/>
            <a:ext cx="428017" cy="447472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DAB4BD-20D5-C904-C50C-01BA4EC88B10}"/>
              </a:ext>
            </a:extLst>
          </p:cNvPr>
          <p:cNvSpPr/>
          <p:nvPr/>
        </p:nvSpPr>
        <p:spPr>
          <a:xfrm>
            <a:off x="4863830" y="34047"/>
            <a:ext cx="3599234" cy="4474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шеврон 6">
            <a:hlinkClick r:id="rId3" action="ppaction://hlinksldjump"/>
            <a:extLst>
              <a:ext uri="{FF2B5EF4-FFF2-40B4-BE49-F238E27FC236}">
                <a16:creationId xmlns:a16="http://schemas.microsoft.com/office/drawing/2014/main" id="{BB0FA11D-92AD-3C51-DB22-BB0ACC0AD25A}"/>
              </a:ext>
            </a:extLst>
          </p:cNvPr>
          <p:cNvSpPr/>
          <p:nvPr/>
        </p:nvSpPr>
        <p:spPr>
          <a:xfrm>
            <a:off x="8054502" y="107004"/>
            <a:ext cx="272375" cy="29183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Выноска: счетверенная стрелка 8">
            <a:hlinkClick r:id="rId4" action="ppaction://hlinksldjump"/>
            <a:extLst>
              <a:ext uri="{FF2B5EF4-FFF2-40B4-BE49-F238E27FC236}">
                <a16:creationId xmlns:a16="http://schemas.microsoft.com/office/drawing/2014/main" id="{D4E610EE-FDA2-289D-89A2-018B0BBC70DD}"/>
              </a:ext>
            </a:extLst>
          </p:cNvPr>
          <p:cNvSpPr/>
          <p:nvPr/>
        </p:nvSpPr>
        <p:spPr>
          <a:xfrm>
            <a:off x="11138170" y="72957"/>
            <a:ext cx="428017" cy="408562"/>
          </a:xfrm>
          <a:prstGeom prst="quadArrowCallo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F89543-5DB9-B33D-D158-88D329BCAA9D}"/>
              </a:ext>
            </a:extLst>
          </p:cNvPr>
          <p:cNvSpPr/>
          <p:nvPr/>
        </p:nvSpPr>
        <p:spPr>
          <a:xfrm>
            <a:off x="447472" y="841445"/>
            <a:ext cx="2558375" cy="33609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83EEAC-BD8F-416B-F1DD-A6473087FC77}"/>
              </a:ext>
            </a:extLst>
          </p:cNvPr>
          <p:cNvSpPr txBox="1"/>
          <p:nvPr/>
        </p:nvSpPr>
        <p:spPr>
          <a:xfrm>
            <a:off x="3589506" y="1079770"/>
            <a:ext cx="18579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Название</a:t>
            </a:r>
          </a:p>
          <a:p>
            <a:endParaRPr lang="ru-RU" dirty="0"/>
          </a:p>
          <a:p>
            <a:r>
              <a:rPr lang="ru-RU" dirty="0"/>
              <a:t>Теги</a:t>
            </a:r>
          </a:p>
          <a:p>
            <a:endParaRPr lang="ru-RU" dirty="0"/>
          </a:p>
          <a:p>
            <a:r>
              <a:rPr lang="ru-RU" dirty="0"/>
              <a:t>Автор</a:t>
            </a:r>
          </a:p>
          <a:p>
            <a:endParaRPr lang="ru-RU" dirty="0"/>
          </a:p>
          <a:p>
            <a:r>
              <a:rPr lang="ru-RU" dirty="0"/>
              <a:t>Описание</a:t>
            </a:r>
          </a:p>
        </p:txBody>
      </p:sp>
      <p:sp>
        <p:nvSpPr>
          <p:cNvPr id="3" name="Прямоугольник: скругленные углы 2">
            <a:hlinkClick r:id="rId5" action="ppaction://hlinksldjump"/>
            <a:extLst>
              <a:ext uri="{FF2B5EF4-FFF2-40B4-BE49-F238E27FC236}">
                <a16:creationId xmlns:a16="http://schemas.microsoft.com/office/drawing/2014/main" id="{70AA8BA9-408A-D69F-155A-D3531A9A35A7}"/>
              </a:ext>
            </a:extLst>
          </p:cNvPr>
          <p:cNvSpPr/>
          <p:nvPr/>
        </p:nvSpPr>
        <p:spPr>
          <a:xfrm>
            <a:off x="3735421" y="3884443"/>
            <a:ext cx="2256818" cy="3179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</a:rPr>
              <a:t>Главы</a:t>
            </a:r>
          </a:p>
        </p:txBody>
      </p:sp>
      <p:sp>
        <p:nvSpPr>
          <p:cNvPr id="8" name="Прямоугольник: скругленные углы 7">
            <a:hlinkClick r:id="rId6" action="ppaction://hlinksldjump"/>
            <a:extLst>
              <a:ext uri="{FF2B5EF4-FFF2-40B4-BE49-F238E27FC236}">
                <a16:creationId xmlns:a16="http://schemas.microsoft.com/office/drawing/2014/main" id="{B83BFD65-C9C5-930B-B854-2BCAD851E319}"/>
              </a:ext>
            </a:extLst>
          </p:cNvPr>
          <p:cNvSpPr/>
          <p:nvPr/>
        </p:nvSpPr>
        <p:spPr>
          <a:xfrm>
            <a:off x="7866434" y="3884443"/>
            <a:ext cx="2256818" cy="3179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</a:rPr>
              <a:t>Комментарии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D0C17E4-A572-DD88-C2BB-41BD8F8BC875}"/>
              </a:ext>
            </a:extLst>
          </p:cNvPr>
          <p:cNvSpPr/>
          <p:nvPr/>
        </p:nvSpPr>
        <p:spPr>
          <a:xfrm>
            <a:off x="3099881" y="4359615"/>
            <a:ext cx="8038289" cy="2498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hlinkClick r:id="rId7" action="ppaction://hlinksldjump"/>
            <a:extLst>
              <a:ext uri="{FF2B5EF4-FFF2-40B4-BE49-F238E27FC236}">
                <a16:creationId xmlns:a16="http://schemas.microsoft.com/office/drawing/2014/main" id="{A27F3F9E-F153-762A-790F-FEDB38CE4F18}"/>
              </a:ext>
            </a:extLst>
          </p:cNvPr>
          <p:cNvSpPr/>
          <p:nvPr/>
        </p:nvSpPr>
        <p:spPr>
          <a:xfrm>
            <a:off x="3390088" y="4657791"/>
            <a:ext cx="7456252" cy="3179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n>
                  <a:solidFill>
                    <a:schemeClr val="tx1"/>
                  </a:solidFill>
                </a:ln>
              </a:rPr>
              <a:t>Глава 1</a:t>
            </a:r>
          </a:p>
        </p:txBody>
      </p:sp>
      <p:sp>
        <p:nvSpPr>
          <p:cNvPr id="21" name="Прямоугольник: скругленные углы 20">
            <a:hlinkClick r:id="rId7" action="ppaction://hlinksldjump"/>
            <a:extLst>
              <a:ext uri="{FF2B5EF4-FFF2-40B4-BE49-F238E27FC236}">
                <a16:creationId xmlns:a16="http://schemas.microsoft.com/office/drawing/2014/main" id="{1A1324AA-AC69-D4D6-BF4D-CBA99EF081FE}"/>
              </a:ext>
            </a:extLst>
          </p:cNvPr>
          <p:cNvSpPr/>
          <p:nvPr/>
        </p:nvSpPr>
        <p:spPr>
          <a:xfrm>
            <a:off x="3390088" y="5132963"/>
            <a:ext cx="7456252" cy="3179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n>
                  <a:solidFill>
                    <a:schemeClr val="tx1"/>
                  </a:solidFill>
                </a:ln>
              </a:rPr>
              <a:t>Глава 2</a:t>
            </a:r>
          </a:p>
        </p:txBody>
      </p:sp>
      <p:sp>
        <p:nvSpPr>
          <p:cNvPr id="23" name="Прямоугольник: скругленные углы 22">
            <a:hlinkClick r:id="rId4" action="ppaction://hlinksldjump"/>
            <a:extLst>
              <a:ext uri="{FF2B5EF4-FFF2-40B4-BE49-F238E27FC236}">
                <a16:creationId xmlns:a16="http://schemas.microsoft.com/office/drawing/2014/main" id="{95531F31-252F-9B78-6C9C-5DBC5D92A9BE}"/>
              </a:ext>
            </a:extLst>
          </p:cNvPr>
          <p:cNvSpPr/>
          <p:nvPr/>
        </p:nvSpPr>
        <p:spPr>
          <a:xfrm>
            <a:off x="551233" y="4498838"/>
            <a:ext cx="2256818" cy="3179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</a:rPr>
              <a:t>В любимое</a:t>
            </a:r>
          </a:p>
        </p:txBody>
      </p:sp>
    </p:spTree>
    <p:extLst>
      <p:ext uri="{BB962C8B-B14F-4D97-AF65-F5344CB8AC3E}">
        <p14:creationId xmlns:p14="http://schemas.microsoft.com/office/powerpoint/2010/main" val="2126494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669F-C754-D609-B903-57637212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672682-CAF9-360A-550A-DBCB9E310375}"/>
              </a:ext>
            </a:extLst>
          </p:cNvPr>
          <p:cNvSpPr/>
          <p:nvPr/>
        </p:nvSpPr>
        <p:spPr>
          <a:xfrm>
            <a:off x="0" y="0"/>
            <a:ext cx="12192000" cy="5155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виток: вертикальный 4">
            <a:hlinkClick r:id="rId2" action="ppaction://hlinksldjump"/>
            <a:extLst>
              <a:ext uri="{FF2B5EF4-FFF2-40B4-BE49-F238E27FC236}">
                <a16:creationId xmlns:a16="http://schemas.microsoft.com/office/drawing/2014/main" id="{AC06BADD-EA9E-5618-3679-EF419B20D8C1}"/>
              </a:ext>
            </a:extLst>
          </p:cNvPr>
          <p:cNvSpPr/>
          <p:nvPr/>
        </p:nvSpPr>
        <p:spPr>
          <a:xfrm>
            <a:off x="233464" y="34047"/>
            <a:ext cx="428017" cy="447472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5B19CAD-B222-15CE-0599-9A39F32841BD}"/>
              </a:ext>
            </a:extLst>
          </p:cNvPr>
          <p:cNvSpPr/>
          <p:nvPr/>
        </p:nvSpPr>
        <p:spPr>
          <a:xfrm>
            <a:off x="4863830" y="34047"/>
            <a:ext cx="3599234" cy="4474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шеврон 6">
            <a:hlinkClick r:id="rId3" action="ppaction://hlinksldjump"/>
            <a:extLst>
              <a:ext uri="{FF2B5EF4-FFF2-40B4-BE49-F238E27FC236}">
                <a16:creationId xmlns:a16="http://schemas.microsoft.com/office/drawing/2014/main" id="{D3C04231-9363-B09F-44FD-F2EA088221FA}"/>
              </a:ext>
            </a:extLst>
          </p:cNvPr>
          <p:cNvSpPr/>
          <p:nvPr/>
        </p:nvSpPr>
        <p:spPr>
          <a:xfrm>
            <a:off x="8054502" y="107004"/>
            <a:ext cx="272375" cy="29183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Выноска: счетверенная стрелка 8">
            <a:hlinkClick r:id="rId4" action="ppaction://hlinksldjump"/>
            <a:extLst>
              <a:ext uri="{FF2B5EF4-FFF2-40B4-BE49-F238E27FC236}">
                <a16:creationId xmlns:a16="http://schemas.microsoft.com/office/drawing/2014/main" id="{C5B7D26D-3CFE-58D8-7B6E-6667F8045A8F}"/>
              </a:ext>
            </a:extLst>
          </p:cNvPr>
          <p:cNvSpPr/>
          <p:nvPr/>
        </p:nvSpPr>
        <p:spPr>
          <a:xfrm>
            <a:off x="11138170" y="72957"/>
            <a:ext cx="428017" cy="408562"/>
          </a:xfrm>
          <a:prstGeom prst="quadArrowCallo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DB83E07-28DC-533A-1C75-CC940465137A}"/>
              </a:ext>
            </a:extLst>
          </p:cNvPr>
          <p:cNvSpPr/>
          <p:nvPr/>
        </p:nvSpPr>
        <p:spPr>
          <a:xfrm>
            <a:off x="447472" y="841445"/>
            <a:ext cx="2558375" cy="33609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5DE1EE-4E45-6E34-943E-E3B5E70C5D96}"/>
              </a:ext>
            </a:extLst>
          </p:cNvPr>
          <p:cNvSpPr txBox="1"/>
          <p:nvPr/>
        </p:nvSpPr>
        <p:spPr>
          <a:xfrm>
            <a:off x="3589506" y="1079770"/>
            <a:ext cx="18579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Название</a:t>
            </a:r>
          </a:p>
          <a:p>
            <a:endParaRPr lang="ru-RU" dirty="0"/>
          </a:p>
          <a:p>
            <a:r>
              <a:rPr lang="ru-RU" dirty="0"/>
              <a:t>Теги</a:t>
            </a:r>
          </a:p>
          <a:p>
            <a:endParaRPr lang="ru-RU" dirty="0"/>
          </a:p>
          <a:p>
            <a:r>
              <a:rPr lang="ru-RU" dirty="0"/>
              <a:t>Автор</a:t>
            </a:r>
          </a:p>
          <a:p>
            <a:endParaRPr lang="ru-RU" dirty="0"/>
          </a:p>
          <a:p>
            <a:r>
              <a:rPr lang="ru-RU" dirty="0"/>
              <a:t>Описание</a:t>
            </a:r>
          </a:p>
        </p:txBody>
      </p:sp>
      <p:sp>
        <p:nvSpPr>
          <p:cNvPr id="3" name="Прямоугольник: скругленные углы 2">
            <a:hlinkClick r:id="rId3" action="ppaction://hlinksldjump"/>
            <a:extLst>
              <a:ext uri="{FF2B5EF4-FFF2-40B4-BE49-F238E27FC236}">
                <a16:creationId xmlns:a16="http://schemas.microsoft.com/office/drawing/2014/main" id="{C585EC73-B343-C0CE-FFAD-43908BAB786F}"/>
              </a:ext>
            </a:extLst>
          </p:cNvPr>
          <p:cNvSpPr/>
          <p:nvPr/>
        </p:nvSpPr>
        <p:spPr>
          <a:xfrm>
            <a:off x="3735421" y="3884443"/>
            <a:ext cx="2256818" cy="3179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</a:rPr>
              <a:t>Главы</a:t>
            </a:r>
          </a:p>
        </p:txBody>
      </p:sp>
      <p:sp>
        <p:nvSpPr>
          <p:cNvPr id="8" name="Прямоугольник: скругленные углы 7">
            <a:hlinkClick r:id="rId5" action="ppaction://hlinksldjump"/>
            <a:extLst>
              <a:ext uri="{FF2B5EF4-FFF2-40B4-BE49-F238E27FC236}">
                <a16:creationId xmlns:a16="http://schemas.microsoft.com/office/drawing/2014/main" id="{9080F56E-5B27-E9DE-AAD5-85AE3D01A454}"/>
              </a:ext>
            </a:extLst>
          </p:cNvPr>
          <p:cNvSpPr/>
          <p:nvPr/>
        </p:nvSpPr>
        <p:spPr>
          <a:xfrm>
            <a:off x="7866434" y="3884443"/>
            <a:ext cx="2256818" cy="3179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</a:rPr>
              <a:t>Комментарии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E5F6E99-1EF0-5192-AA92-2F865C4DAF39}"/>
              </a:ext>
            </a:extLst>
          </p:cNvPr>
          <p:cNvSpPr/>
          <p:nvPr/>
        </p:nvSpPr>
        <p:spPr>
          <a:xfrm>
            <a:off x="3099881" y="4359615"/>
            <a:ext cx="8038289" cy="2498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EC3400D4-22FF-43C9-3C91-C84685BB135C}"/>
              </a:ext>
            </a:extLst>
          </p:cNvPr>
          <p:cNvSpPr/>
          <p:nvPr/>
        </p:nvSpPr>
        <p:spPr>
          <a:xfrm>
            <a:off x="3390088" y="4657791"/>
            <a:ext cx="7456252" cy="7930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n>
                  <a:solidFill>
                    <a:schemeClr val="tx1"/>
                  </a:solidFill>
                </a:ln>
              </a:rPr>
              <a:t>Комментарий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:</a:t>
            </a:r>
          </a:p>
          <a:p>
            <a:r>
              <a:rPr lang="en-US" dirty="0">
                <a:ln>
                  <a:solidFill>
                    <a:schemeClr val="tx1"/>
                  </a:solidFill>
                </a:ln>
              </a:rPr>
              <a:t>Lorem </a:t>
            </a:r>
            <a:r>
              <a:rPr lang="en-US" dirty="0" err="1">
                <a:ln>
                  <a:solidFill>
                    <a:schemeClr val="tx1"/>
                  </a:solidFill>
                </a:ln>
              </a:rPr>
              <a:t>inspum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 dolor </a:t>
            </a:r>
            <a:r>
              <a:rPr lang="en-US" dirty="0" err="1">
                <a:ln>
                  <a:solidFill>
                    <a:schemeClr val="tx1"/>
                  </a:solidFill>
                </a:ln>
              </a:rPr>
              <a:t>ist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 amen</a:t>
            </a:r>
            <a:endParaRPr lang="ru-RU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D9F1D86-90BA-A0F7-64AC-BF22A14B15E0}"/>
              </a:ext>
            </a:extLst>
          </p:cNvPr>
          <p:cNvSpPr/>
          <p:nvPr/>
        </p:nvSpPr>
        <p:spPr>
          <a:xfrm>
            <a:off x="3390088" y="5778230"/>
            <a:ext cx="7456252" cy="7930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n>
                  <a:solidFill>
                    <a:schemeClr val="tx1"/>
                  </a:solidFill>
                </a:ln>
              </a:rPr>
              <a:t>Комментарий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:</a:t>
            </a:r>
          </a:p>
          <a:p>
            <a:r>
              <a:rPr lang="en-US" dirty="0">
                <a:ln>
                  <a:solidFill>
                    <a:schemeClr val="tx1"/>
                  </a:solidFill>
                </a:ln>
              </a:rPr>
              <a:t>Lorem </a:t>
            </a:r>
            <a:r>
              <a:rPr lang="en-US" dirty="0" err="1">
                <a:ln>
                  <a:solidFill>
                    <a:schemeClr val="tx1"/>
                  </a:solidFill>
                </a:ln>
              </a:rPr>
              <a:t>inspum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 dolor </a:t>
            </a:r>
            <a:r>
              <a:rPr lang="en-US" dirty="0" err="1">
                <a:ln>
                  <a:solidFill>
                    <a:schemeClr val="tx1"/>
                  </a:solidFill>
                </a:ln>
              </a:rPr>
              <a:t>ist</a:t>
            </a:r>
            <a:r>
              <a:rPr lang="en-US" dirty="0">
                <a:ln>
                  <a:solidFill>
                    <a:schemeClr val="tx1"/>
                  </a:solidFill>
                </a:ln>
              </a:rPr>
              <a:t> amen</a:t>
            </a:r>
            <a:endParaRPr lang="ru-RU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1" name="Прямоугольник: скругленные углы 10">
            <a:hlinkClick r:id="rId4" action="ppaction://hlinksldjump"/>
            <a:extLst>
              <a:ext uri="{FF2B5EF4-FFF2-40B4-BE49-F238E27FC236}">
                <a16:creationId xmlns:a16="http://schemas.microsoft.com/office/drawing/2014/main" id="{32A8996D-C496-9558-3C5D-9B544B06DE13}"/>
              </a:ext>
            </a:extLst>
          </p:cNvPr>
          <p:cNvSpPr/>
          <p:nvPr/>
        </p:nvSpPr>
        <p:spPr>
          <a:xfrm>
            <a:off x="551233" y="4498838"/>
            <a:ext cx="2256818" cy="3179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</a:rPr>
              <a:t>В любимое</a:t>
            </a:r>
          </a:p>
        </p:txBody>
      </p:sp>
    </p:spTree>
    <p:extLst>
      <p:ext uri="{BB962C8B-B14F-4D97-AF65-F5344CB8AC3E}">
        <p14:creationId xmlns:p14="http://schemas.microsoft.com/office/powerpoint/2010/main" val="1905416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F677-A841-054F-F56C-62E16D66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B449AA9-184C-7648-5954-664C6C0F8D2A}"/>
              </a:ext>
            </a:extLst>
          </p:cNvPr>
          <p:cNvSpPr/>
          <p:nvPr/>
        </p:nvSpPr>
        <p:spPr>
          <a:xfrm>
            <a:off x="0" y="0"/>
            <a:ext cx="12192000" cy="5155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виток: вертикальный 4">
            <a:hlinkClick r:id="rId2" action="ppaction://hlinksldjump"/>
            <a:extLst>
              <a:ext uri="{FF2B5EF4-FFF2-40B4-BE49-F238E27FC236}">
                <a16:creationId xmlns:a16="http://schemas.microsoft.com/office/drawing/2014/main" id="{79FF5BF7-71C2-3850-4A6A-244FDDA0AF4E}"/>
              </a:ext>
            </a:extLst>
          </p:cNvPr>
          <p:cNvSpPr/>
          <p:nvPr/>
        </p:nvSpPr>
        <p:spPr>
          <a:xfrm>
            <a:off x="233464" y="34047"/>
            <a:ext cx="428017" cy="447472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5D6AEF4-C51D-EFDC-A20A-455DFF58F714}"/>
              </a:ext>
            </a:extLst>
          </p:cNvPr>
          <p:cNvSpPr/>
          <p:nvPr/>
        </p:nvSpPr>
        <p:spPr>
          <a:xfrm>
            <a:off x="4863830" y="34047"/>
            <a:ext cx="3599234" cy="4474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шеврон 6">
            <a:hlinkClick r:id="rId3" action="ppaction://hlinksldjump"/>
            <a:extLst>
              <a:ext uri="{FF2B5EF4-FFF2-40B4-BE49-F238E27FC236}">
                <a16:creationId xmlns:a16="http://schemas.microsoft.com/office/drawing/2014/main" id="{40D5570A-1365-B6D2-0ADF-A4667AFEA396}"/>
              </a:ext>
            </a:extLst>
          </p:cNvPr>
          <p:cNvSpPr/>
          <p:nvPr/>
        </p:nvSpPr>
        <p:spPr>
          <a:xfrm>
            <a:off x="8054502" y="107004"/>
            <a:ext cx="272375" cy="29183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Выноска: счетверенная стрелка 8">
            <a:hlinkClick r:id="rId4" action="ppaction://hlinksldjump"/>
            <a:extLst>
              <a:ext uri="{FF2B5EF4-FFF2-40B4-BE49-F238E27FC236}">
                <a16:creationId xmlns:a16="http://schemas.microsoft.com/office/drawing/2014/main" id="{120661B3-7E47-5E18-E5C0-2CFC72733541}"/>
              </a:ext>
            </a:extLst>
          </p:cNvPr>
          <p:cNvSpPr/>
          <p:nvPr/>
        </p:nvSpPr>
        <p:spPr>
          <a:xfrm>
            <a:off x="11138170" y="72957"/>
            <a:ext cx="428017" cy="408562"/>
          </a:xfrm>
          <a:prstGeom prst="quadArrowCallo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C2B9D17-7DB9-6CFD-AF1D-D7395188F7CA}"/>
              </a:ext>
            </a:extLst>
          </p:cNvPr>
          <p:cNvSpPr/>
          <p:nvPr/>
        </p:nvSpPr>
        <p:spPr>
          <a:xfrm>
            <a:off x="8463064" y="481519"/>
            <a:ext cx="3728936" cy="63764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68BF2DC-52BE-8300-4AC3-8042421A891E}"/>
              </a:ext>
            </a:extLst>
          </p:cNvPr>
          <p:cNvSpPr/>
          <p:nvPr/>
        </p:nvSpPr>
        <p:spPr>
          <a:xfrm>
            <a:off x="8803532" y="953311"/>
            <a:ext cx="1692613" cy="311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ТЕГ 1</a:t>
            </a: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CE0A3178-7118-4571-107B-6980F0F8E2D0}"/>
              </a:ext>
            </a:extLst>
          </p:cNvPr>
          <p:cNvSpPr/>
          <p:nvPr/>
        </p:nvSpPr>
        <p:spPr>
          <a:xfrm>
            <a:off x="8803532" y="5603132"/>
            <a:ext cx="3122579" cy="7733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</a:rPr>
              <a:t>ПРИМЕНИТЬ</a:t>
            </a:r>
          </a:p>
        </p:txBody>
      </p:sp>
      <p:sp>
        <p:nvSpPr>
          <p:cNvPr id="13" name="Прямоугольник 12">
            <a:hlinkClick r:id="rId5" action="ppaction://hlinksldjump"/>
            <a:extLst>
              <a:ext uri="{FF2B5EF4-FFF2-40B4-BE49-F238E27FC236}">
                <a16:creationId xmlns:a16="http://schemas.microsoft.com/office/drawing/2014/main" id="{2D51E21E-CCE1-94C5-10FE-050C7C65E169}"/>
              </a:ext>
            </a:extLst>
          </p:cNvPr>
          <p:cNvSpPr/>
          <p:nvPr/>
        </p:nvSpPr>
        <p:spPr>
          <a:xfrm>
            <a:off x="447472" y="836579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hlinkClick r:id="rId5" action="ppaction://hlinksldjump"/>
            <a:extLst>
              <a:ext uri="{FF2B5EF4-FFF2-40B4-BE49-F238E27FC236}">
                <a16:creationId xmlns:a16="http://schemas.microsoft.com/office/drawing/2014/main" id="{0C60BE81-29C5-4B72-0CDA-88CA40CF4CF9}"/>
              </a:ext>
            </a:extLst>
          </p:cNvPr>
          <p:cNvSpPr/>
          <p:nvPr/>
        </p:nvSpPr>
        <p:spPr>
          <a:xfrm>
            <a:off x="2793459" y="836578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667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4C403-2558-0688-8BC8-CDA27C4A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BAC647-8C7A-2A7A-37A4-666A7FF6BC07}"/>
              </a:ext>
            </a:extLst>
          </p:cNvPr>
          <p:cNvSpPr/>
          <p:nvPr/>
        </p:nvSpPr>
        <p:spPr>
          <a:xfrm>
            <a:off x="0" y="0"/>
            <a:ext cx="12192000" cy="5155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виток: вертикальный 4">
            <a:hlinkClick r:id="rId2" action="ppaction://hlinksldjump"/>
            <a:extLst>
              <a:ext uri="{FF2B5EF4-FFF2-40B4-BE49-F238E27FC236}">
                <a16:creationId xmlns:a16="http://schemas.microsoft.com/office/drawing/2014/main" id="{C83F2DF7-8DC5-DE22-D525-EB6DB6891B1E}"/>
              </a:ext>
            </a:extLst>
          </p:cNvPr>
          <p:cNvSpPr/>
          <p:nvPr/>
        </p:nvSpPr>
        <p:spPr>
          <a:xfrm>
            <a:off x="233464" y="34047"/>
            <a:ext cx="428017" cy="447472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C42B0C-8BB5-CBE0-D883-4A828BD026A6}"/>
              </a:ext>
            </a:extLst>
          </p:cNvPr>
          <p:cNvSpPr/>
          <p:nvPr/>
        </p:nvSpPr>
        <p:spPr>
          <a:xfrm>
            <a:off x="4863830" y="34047"/>
            <a:ext cx="3599234" cy="4474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шеврон 6">
            <a:hlinkClick r:id="rId3" action="ppaction://hlinksldjump"/>
            <a:extLst>
              <a:ext uri="{FF2B5EF4-FFF2-40B4-BE49-F238E27FC236}">
                <a16:creationId xmlns:a16="http://schemas.microsoft.com/office/drawing/2014/main" id="{8511ED9B-613C-AA95-24C0-6BC9D9C0EB12}"/>
              </a:ext>
            </a:extLst>
          </p:cNvPr>
          <p:cNvSpPr/>
          <p:nvPr/>
        </p:nvSpPr>
        <p:spPr>
          <a:xfrm>
            <a:off x="8054502" y="107004"/>
            <a:ext cx="272375" cy="29183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Выноска: счетверенная стрелка 8">
            <a:hlinkClick r:id="rId4" action="ppaction://hlinksldjump"/>
            <a:extLst>
              <a:ext uri="{FF2B5EF4-FFF2-40B4-BE49-F238E27FC236}">
                <a16:creationId xmlns:a16="http://schemas.microsoft.com/office/drawing/2014/main" id="{95290830-2768-949F-9D75-9D3B47C4AD1D}"/>
              </a:ext>
            </a:extLst>
          </p:cNvPr>
          <p:cNvSpPr/>
          <p:nvPr/>
        </p:nvSpPr>
        <p:spPr>
          <a:xfrm>
            <a:off x="11138170" y="72957"/>
            <a:ext cx="428017" cy="408562"/>
          </a:xfrm>
          <a:prstGeom prst="quadArrowCallo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hlinkClick r:id="rId5" action="ppaction://hlinksldjump"/>
            <a:extLst>
              <a:ext uri="{FF2B5EF4-FFF2-40B4-BE49-F238E27FC236}">
                <a16:creationId xmlns:a16="http://schemas.microsoft.com/office/drawing/2014/main" id="{77B2C979-9179-114C-8ADB-ECFF1F382E9C}"/>
              </a:ext>
            </a:extLst>
          </p:cNvPr>
          <p:cNvSpPr/>
          <p:nvPr/>
        </p:nvSpPr>
        <p:spPr>
          <a:xfrm>
            <a:off x="752270" y="1196186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hlinkClick r:id="rId5" action="ppaction://hlinksldjump"/>
            <a:extLst>
              <a:ext uri="{FF2B5EF4-FFF2-40B4-BE49-F238E27FC236}">
                <a16:creationId xmlns:a16="http://schemas.microsoft.com/office/drawing/2014/main" id="{79981810-3E84-CDD6-1B21-BE3F92A6F28F}"/>
              </a:ext>
            </a:extLst>
          </p:cNvPr>
          <p:cNvSpPr/>
          <p:nvPr/>
        </p:nvSpPr>
        <p:spPr>
          <a:xfrm>
            <a:off x="3059347" y="1196185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549857-FDFD-0771-CF10-1A079E4811A5}"/>
              </a:ext>
            </a:extLst>
          </p:cNvPr>
          <p:cNvSpPr txBox="1"/>
          <p:nvPr/>
        </p:nvSpPr>
        <p:spPr>
          <a:xfrm>
            <a:off x="515566" y="671209"/>
            <a:ext cx="213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Любимые</a:t>
            </a:r>
          </a:p>
        </p:txBody>
      </p:sp>
      <p:sp>
        <p:nvSpPr>
          <p:cNvPr id="3" name="Прямоугольник 2">
            <a:hlinkClick r:id="rId5" action="ppaction://hlinksldjump"/>
            <a:extLst>
              <a:ext uri="{FF2B5EF4-FFF2-40B4-BE49-F238E27FC236}">
                <a16:creationId xmlns:a16="http://schemas.microsoft.com/office/drawing/2014/main" id="{2B7390C1-738F-D1A7-550D-1CE1A7FA7DE5}"/>
              </a:ext>
            </a:extLst>
          </p:cNvPr>
          <p:cNvSpPr/>
          <p:nvPr/>
        </p:nvSpPr>
        <p:spPr>
          <a:xfrm>
            <a:off x="5366424" y="1196184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hlinkClick r:id="rId5" action="ppaction://hlinksldjump"/>
            <a:extLst>
              <a:ext uri="{FF2B5EF4-FFF2-40B4-BE49-F238E27FC236}">
                <a16:creationId xmlns:a16="http://schemas.microsoft.com/office/drawing/2014/main" id="{06972B6B-E4CF-6ACE-0EAE-C31A77FD5EA7}"/>
              </a:ext>
            </a:extLst>
          </p:cNvPr>
          <p:cNvSpPr/>
          <p:nvPr/>
        </p:nvSpPr>
        <p:spPr>
          <a:xfrm>
            <a:off x="7673501" y="1196184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hlinkClick r:id="rId5" action="ppaction://hlinksldjump"/>
            <a:extLst>
              <a:ext uri="{FF2B5EF4-FFF2-40B4-BE49-F238E27FC236}">
                <a16:creationId xmlns:a16="http://schemas.microsoft.com/office/drawing/2014/main" id="{290481BF-904D-FC41-00D3-89CF0F1311BE}"/>
              </a:ext>
            </a:extLst>
          </p:cNvPr>
          <p:cNvSpPr/>
          <p:nvPr/>
        </p:nvSpPr>
        <p:spPr>
          <a:xfrm>
            <a:off x="9980578" y="1196183"/>
            <a:ext cx="1585609" cy="20719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94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CF50-A9EF-B0FD-41AA-3729BD20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9F19AA2-70E8-4483-0147-C847B3A5946B}"/>
              </a:ext>
            </a:extLst>
          </p:cNvPr>
          <p:cNvSpPr/>
          <p:nvPr/>
        </p:nvSpPr>
        <p:spPr>
          <a:xfrm>
            <a:off x="0" y="0"/>
            <a:ext cx="12192000" cy="5155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виток: вертикальный 4">
            <a:hlinkClick r:id="rId2" action="ppaction://hlinksldjump"/>
            <a:extLst>
              <a:ext uri="{FF2B5EF4-FFF2-40B4-BE49-F238E27FC236}">
                <a16:creationId xmlns:a16="http://schemas.microsoft.com/office/drawing/2014/main" id="{2C5A98F2-92F3-5F67-2044-AB61183B2B67}"/>
              </a:ext>
            </a:extLst>
          </p:cNvPr>
          <p:cNvSpPr/>
          <p:nvPr/>
        </p:nvSpPr>
        <p:spPr>
          <a:xfrm>
            <a:off x="233464" y="34047"/>
            <a:ext cx="428017" cy="447472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9B555E8-61C3-5B76-D8C2-AB2A03EE5285}"/>
              </a:ext>
            </a:extLst>
          </p:cNvPr>
          <p:cNvSpPr/>
          <p:nvPr/>
        </p:nvSpPr>
        <p:spPr>
          <a:xfrm>
            <a:off x="4863830" y="34047"/>
            <a:ext cx="3599234" cy="4474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шеврон 6">
            <a:hlinkClick r:id="rId3" action="ppaction://hlinksldjump"/>
            <a:extLst>
              <a:ext uri="{FF2B5EF4-FFF2-40B4-BE49-F238E27FC236}">
                <a16:creationId xmlns:a16="http://schemas.microsoft.com/office/drawing/2014/main" id="{1284F7BA-80F0-5322-A914-B9948FE58466}"/>
              </a:ext>
            </a:extLst>
          </p:cNvPr>
          <p:cNvSpPr/>
          <p:nvPr/>
        </p:nvSpPr>
        <p:spPr>
          <a:xfrm>
            <a:off x="8054502" y="107004"/>
            <a:ext cx="272375" cy="29183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Выноска: счетверенная стрелка 8">
            <a:hlinkClick r:id="rId4" action="ppaction://hlinksldjump"/>
            <a:extLst>
              <a:ext uri="{FF2B5EF4-FFF2-40B4-BE49-F238E27FC236}">
                <a16:creationId xmlns:a16="http://schemas.microsoft.com/office/drawing/2014/main" id="{A0FBF83D-08C8-C02B-65D2-93FD857AC29C}"/>
              </a:ext>
            </a:extLst>
          </p:cNvPr>
          <p:cNvSpPr/>
          <p:nvPr/>
        </p:nvSpPr>
        <p:spPr>
          <a:xfrm>
            <a:off x="11138170" y="72957"/>
            <a:ext cx="428017" cy="408562"/>
          </a:xfrm>
          <a:prstGeom prst="quadArrowCallo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hlinkClick r:id="rId5" action="ppaction://hlinksldjump"/>
            <a:extLst>
              <a:ext uri="{FF2B5EF4-FFF2-40B4-BE49-F238E27FC236}">
                <a16:creationId xmlns:a16="http://schemas.microsoft.com/office/drawing/2014/main" id="{579A036C-CC07-6D94-BB69-F9EA9D677942}"/>
              </a:ext>
            </a:extLst>
          </p:cNvPr>
          <p:cNvSpPr/>
          <p:nvPr/>
        </p:nvSpPr>
        <p:spPr>
          <a:xfrm>
            <a:off x="1267836" y="515566"/>
            <a:ext cx="9957883" cy="63424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6033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41</Words>
  <Application>Microsoft Office PowerPoint</Application>
  <PresentationFormat>Широкоэкранный</PresentationFormat>
  <Paragraphs>31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2026-04-24T11:22:14Z</dcterms:created>
  <dcterms:modified xsi:type="dcterms:W3CDTF">2026-04-24T12:21:44Z</dcterms:modified>
</cp:coreProperties>
</file>