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0" r:id="rId5"/>
    <p:sldId id="265" r:id="rId6"/>
    <p:sldId id="261" r:id="rId7"/>
    <p:sldId id="267" r:id="rId8"/>
    <p:sldId id="262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197EA-3CD9-42E4-BCE4-2CA0C3CB0FFE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519EC-01A5-46E8-85D8-01C8FD646D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983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519EC-01A5-46E8-85D8-01C8FD646D0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7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AABF4-5838-BBB1-62BD-CA10AFCBA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29ADD4-ACB5-958C-6103-24D0D0CD4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217514-4BBE-37CC-BAC6-5DB5B7DE6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0FD944-FBF4-D7F1-DF94-D62C6CB76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AEDDF8-CB42-972A-F9EA-D58EF3DF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23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C592C-4B7A-D2E4-CAFB-4F91FEDD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E52101-B6E5-BC10-87C2-A689F2EE6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70C7BC-761E-A7D6-D25E-7FC513A6C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59D708-2048-BF1F-192F-1BCEBD50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C23787-2084-EAA2-7379-BFEB03B2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13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4B1B9-3B11-047A-7009-722D13F88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074AB6-9D18-3548-86CB-3DD4F55D5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AA39C7-A211-4B5D-02D1-92F92A819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854BCF-8462-FE65-DE97-F6C3CD0B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37FB4-8F7E-B42C-AE81-C6B48682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93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C3F50-AC92-41B6-9A49-4034551D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A1106D-3E04-C736-9173-DA9F17455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EA4EBA-ED68-49C5-F6B4-2ACE4C292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7AD877-09B8-2457-8486-CAA9FF66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E55EC2-C0CD-879E-E3FA-EE3E8687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F6B0C2-ED43-7797-CE69-55FF5225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96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D5E4B-6C46-FF33-F5A0-236EC528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6E8850-53E3-3303-E40C-E46E9DEC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703F44-1A90-9430-D27A-EB3EB1E7C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FDD825-D394-8E0B-9609-18ED0539E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B1FA07-E193-447D-BCE5-DC7136737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D71278-E503-3DD7-F149-0B35258B1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8F58E1-AD6B-4726-B372-F97ABC40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C093D0-2CFE-44DE-D7ED-65AB20C3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284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5CF19-F629-BF4F-616F-35DD8114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015373-0FCE-34D1-7D7B-8028E4FF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066055-BCFC-7A07-47E9-58616BB0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B81E98-4300-184E-A04D-81045319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79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41A056B-16B6-BDB1-13A8-41288D59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8091AD-4556-C566-82BB-B09E1CDA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E4F8AD-FB0E-4041-4639-B342A69A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05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0E6E2-6713-35A4-B4F6-2FE8FECC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A6E325-E280-788C-76A2-28D494D61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351FE0-9874-68E2-3564-BE7B18A4C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D49FD6-C26B-FFF2-38D4-D06238C8C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5F0DA3-96DB-648A-D9A0-CC3F6D1F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561D7A-E8D1-0B59-D3BB-9AD188A6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85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798D2-B2A8-3336-40E3-94FC2063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B03B46A-C0B1-2C7B-69DF-208A88E1B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FAD471-8795-9F6D-43EC-25F1F7BE8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FE55CC-9C10-6FEF-9987-32A9F994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BE809E-760E-BEA8-0026-4B035810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3ADB0F-40A2-656C-9824-9468A753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934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129E1-E36A-245D-A3E4-6D5C083B6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4700B8-2183-1FC9-C396-26E7F6EDD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6519D2-963C-BE14-F4A8-AA73BA0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08C71B-E4E5-BB55-D89E-E5D1BF9E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72E193-AE8C-4DB7-FBC3-B58F268D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45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003A0FA-A5CE-66F1-B9AA-0CF665E79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1F05DF-6BA6-E7AD-B621-2BE3A6BEF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EBBBCE-6292-4E95-68E1-282D3C92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B3F8D1-3ECF-F7F0-E771-D591EB99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3844F-53E5-0434-5976-A4A8704D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50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C6ED9-1DB9-28C3-1A19-852728899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DB3A5E-4FEF-571B-D721-3194837F0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81B22B-BAAF-D78F-0821-F4878D2DE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4C601-D36A-491B-9AD3-5F7EECF3C9A9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6D4027-FD06-0385-E129-064568D0B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928A22-6EA6-F966-1A06-8521E785A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A1C10-4BB2-45CE-8941-07D5841A7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35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12" Type="http://schemas.openxmlformats.org/officeDocument/2006/relationships/slide" Target="slide8.xml"/><Relationship Id="rId17" Type="http://schemas.microsoft.com/office/2007/relationships/hdphoto" Target="../media/hdphoto6.wdp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microsoft.com/office/2007/relationships/hdphoto" Target="../media/hdphoto4.wdp"/><Relationship Id="rId5" Type="http://schemas.microsoft.com/office/2007/relationships/hdphoto" Target="../media/hdphoto2.wdp"/><Relationship Id="rId15" Type="http://schemas.openxmlformats.org/officeDocument/2006/relationships/slide" Target="slide1.xml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slide" Target="slide6.xml"/><Relationship Id="rId14" Type="http://schemas.microsoft.com/office/2007/relationships/hdphoto" Target="../media/hdphoto5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slide" Target="slide8.xml"/><Relationship Id="rId18" Type="http://schemas.microsoft.com/office/2007/relationships/hdphoto" Target="../media/hdphoto6.wdp"/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12" Type="http://schemas.microsoft.com/office/2007/relationships/hdphoto" Target="../media/hdphoto4.wdp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5.png"/><Relationship Id="rId5" Type="http://schemas.openxmlformats.org/officeDocument/2006/relationships/image" Target="../media/image3.png"/><Relationship Id="rId15" Type="http://schemas.microsoft.com/office/2007/relationships/hdphoto" Target="../media/hdphoto5.wdp"/><Relationship Id="rId10" Type="http://schemas.openxmlformats.org/officeDocument/2006/relationships/slide" Target="slide6.xml"/><Relationship Id="rId4" Type="http://schemas.openxmlformats.org/officeDocument/2006/relationships/slide" Target="slide2.xml"/><Relationship Id="rId9" Type="http://schemas.microsoft.com/office/2007/relationships/hdphoto" Target="../media/hdphoto3.wdp"/><Relationship Id="rId1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12" Type="http://schemas.openxmlformats.org/officeDocument/2006/relationships/slide" Target="slide8.xml"/><Relationship Id="rId17" Type="http://schemas.microsoft.com/office/2007/relationships/hdphoto" Target="../media/hdphoto6.wdp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microsoft.com/office/2007/relationships/hdphoto" Target="../media/hdphoto4.wdp"/><Relationship Id="rId5" Type="http://schemas.microsoft.com/office/2007/relationships/hdphoto" Target="../media/hdphoto2.wdp"/><Relationship Id="rId15" Type="http://schemas.openxmlformats.org/officeDocument/2006/relationships/slide" Target="slide1.xml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slide" Target="slide6.xml"/><Relationship Id="rId14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12" Type="http://schemas.openxmlformats.org/officeDocument/2006/relationships/slide" Target="slide8.xml"/><Relationship Id="rId17" Type="http://schemas.microsoft.com/office/2007/relationships/hdphoto" Target="../media/hdphoto6.wdp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microsoft.com/office/2007/relationships/hdphoto" Target="../media/hdphoto4.wdp"/><Relationship Id="rId5" Type="http://schemas.microsoft.com/office/2007/relationships/hdphoto" Target="../media/hdphoto2.wdp"/><Relationship Id="rId15" Type="http://schemas.openxmlformats.org/officeDocument/2006/relationships/slide" Target="slide1.xml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slide" Target="slide6.xml"/><Relationship Id="rId14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12" Type="http://schemas.openxmlformats.org/officeDocument/2006/relationships/slide" Target="slide8.xml"/><Relationship Id="rId17" Type="http://schemas.microsoft.com/office/2007/relationships/hdphoto" Target="../media/hdphoto6.wdp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microsoft.com/office/2007/relationships/hdphoto" Target="../media/hdphoto4.wdp"/><Relationship Id="rId5" Type="http://schemas.microsoft.com/office/2007/relationships/hdphoto" Target="../media/hdphoto2.wdp"/><Relationship Id="rId15" Type="http://schemas.openxmlformats.org/officeDocument/2006/relationships/slide" Target="slide1.xml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slide" Target="slide6.xml"/><Relationship Id="rId14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12" Type="http://schemas.openxmlformats.org/officeDocument/2006/relationships/slide" Target="slide8.xml"/><Relationship Id="rId17" Type="http://schemas.microsoft.com/office/2007/relationships/hdphoto" Target="../media/hdphoto6.wdp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microsoft.com/office/2007/relationships/hdphoto" Target="../media/hdphoto4.wdp"/><Relationship Id="rId5" Type="http://schemas.microsoft.com/office/2007/relationships/hdphoto" Target="../media/hdphoto2.wdp"/><Relationship Id="rId15" Type="http://schemas.openxmlformats.org/officeDocument/2006/relationships/slide" Target="slide1.xml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slide" Target="slide6.xml"/><Relationship Id="rId14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12" Type="http://schemas.openxmlformats.org/officeDocument/2006/relationships/slide" Target="slide8.xml"/><Relationship Id="rId17" Type="http://schemas.microsoft.com/office/2007/relationships/hdphoto" Target="../media/hdphoto6.wdp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microsoft.com/office/2007/relationships/hdphoto" Target="../media/hdphoto4.wdp"/><Relationship Id="rId5" Type="http://schemas.microsoft.com/office/2007/relationships/hdphoto" Target="../media/hdphoto2.wdp"/><Relationship Id="rId15" Type="http://schemas.openxmlformats.org/officeDocument/2006/relationships/slide" Target="slide1.xml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slide" Target="slide6.xml"/><Relationship Id="rId14" Type="http://schemas.microsoft.com/office/2007/relationships/hdphoto" Target="../media/hdphoto5.wdp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12" Type="http://schemas.openxmlformats.org/officeDocument/2006/relationships/slide" Target="slide8.xml"/><Relationship Id="rId17" Type="http://schemas.microsoft.com/office/2007/relationships/hdphoto" Target="../media/hdphoto6.wdp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microsoft.com/office/2007/relationships/hdphoto" Target="../media/hdphoto4.wdp"/><Relationship Id="rId5" Type="http://schemas.microsoft.com/office/2007/relationships/hdphoto" Target="../media/hdphoto2.wdp"/><Relationship Id="rId15" Type="http://schemas.openxmlformats.org/officeDocument/2006/relationships/slide" Target="slide1.xml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slide" Target="slide6.xml"/><Relationship Id="rId1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6697704-6102-FC30-19F9-E7A047F4DA12}"/>
              </a:ext>
            </a:extLst>
          </p:cNvPr>
          <p:cNvSpPr/>
          <p:nvPr/>
        </p:nvSpPr>
        <p:spPr>
          <a:xfrm>
            <a:off x="0" y="2769834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221C0AD-9CA0-3D3E-24E4-2E7842E39B98}"/>
              </a:ext>
            </a:extLst>
          </p:cNvPr>
          <p:cNvSpPr/>
          <p:nvPr/>
        </p:nvSpPr>
        <p:spPr>
          <a:xfrm>
            <a:off x="0" y="3693112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A394772-EE9C-B531-AEE1-C061E3FB924F}"/>
              </a:ext>
            </a:extLst>
          </p:cNvPr>
          <p:cNvSpPr/>
          <p:nvPr/>
        </p:nvSpPr>
        <p:spPr>
          <a:xfrm>
            <a:off x="0" y="4616390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hlinkClick r:id="rId2" action="ppaction://hlinksldjump"/>
            <a:extLst>
              <a:ext uri="{FF2B5EF4-FFF2-40B4-BE49-F238E27FC236}">
                <a16:creationId xmlns:a16="http://schemas.microsoft.com/office/drawing/2014/main" id="{6D5BAF8F-906E-3F4C-E364-F88E7595602B}"/>
              </a:ext>
            </a:extLst>
          </p:cNvPr>
          <p:cNvSpPr/>
          <p:nvPr/>
        </p:nvSpPr>
        <p:spPr>
          <a:xfrm>
            <a:off x="4703640" y="4354499"/>
            <a:ext cx="2275726" cy="52378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Войти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9267445-507E-93C1-B76A-D0B51C2AB176}"/>
              </a:ext>
            </a:extLst>
          </p:cNvPr>
          <p:cNvSpPr/>
          <p:nvPr/>
        </p:nvSpPr>
        <p:spPr>
          <a:xfrm>
            <a:off x="3777447" y="3369077"/>
            <a:ext cx="4128117" cy="64807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Пароль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17FD1CB-F39F-E016-1AE5-B6ECCBF996BB}"/>
              </a:ext>
            </a:extLst>
          </p:cNvPr>
          <p:cNvSpPr/>
          <p:nvPr/>
        </p:nvSpPr>
        <p:spPr>
          <a:xfrm>
            <a:off x="3777447" y="2421386"/>
            <a:ext cx="4128117" cy="64807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Логин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F1D7B5B-DFBA-9132-32E8-099414DD59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910" y="890847"/>
            <a:ext cx="1193187" cy="119318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3621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52E43-CDBC-074F-07DF-5031E5889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686F2F-DF0C-9ADC-73AF-04B24611586B}"/>
              </a:ext>
            </a:extLst>
          </p:cNvPr>
          <p:cNvSpPr/>
          <p:nvPr/>
        </p:nvSpPr>
        <p:spPr>
          <a:xfrm>
            <a:off x="0" y="0"/>
            <a:ext cx="10741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5CC6722-56C7-A553-0864-6B99EBD26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71" t="-26471" r="-38971" b="-26471"/>
          <a:stretch>
            <a:fillRect/>
          </a:stretch>
        </p:blipFill>
        <p:spPr>
          <a:xfrm>
            <a:off x="0" y="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1074198 w 1074198"/>
              <a:gd name="csY1" fmla="*/ 0 h 923278"/>
              <a:gd name="csX2" fmla="*/ 1074198 w 1074198"/>
              <a:gd name="csY2" fmla="*/ 923278 h 923278"/>
              <a:gd name="csX3" fmla="*/ 0 w 1074198"/>
              <a:gd name="csY3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1074198" y="0"/>
                </a:lnTo>
                <a:lnTo>
                  <a:pt x="1074198" y="923278"/>
                </a:lnTo>
                <a:lnTo>
                  <a:pt x="0" y="923278"/>
                </a:lnTo>
                <a:close/>
              </a:path>
            </a:pathLst>
          </a:cu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CB45C1-59F9-58BA-C617-BE126ACF282E}"/>
              </a:ext>
            </a:extLst>
          </p:cNvPr>
          <p:cNvSpPr/>
          <p:nvPr/>
        </p:nvSpPr>
        <p:spPr>
          <a:xfrm>
            <a:off x="0" y="2769834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EC3C918-640E-03B5-AC0E-93D4FD3A3DDE}"/>
              </a:ext>
            </a:extLst>
          </p:cNvPr>
          <p:cNvSpPr/>
          <p:nvPr/>
        </p:nvSpPr>
        <p:spPr>
          <a:xfrm>
            <a:off x="0" y="3693112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A59ED0A-A8E9-C4B5-6A2B-7341A6624E40}"/>
              </a:ext>
            </a:extLst>
          </p:cNvPr>
          <p:cNvSpPr/>
          <p:nvPr/>
        </p:nvSpPr>
        <p:spPr>
          <a:xfrm>
            <a:off x="0" y="4616390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hlinkClick r:id="rId3" action="ppaction://hlinksldjump"/>
            <a:extLst>
              <a:ext uri="{FF2B5EF4-FFF2-40B4-BE49-F238E27FC236}">
                <a16:creationId xmlns:a16="http://schemas.microsoft.com/office/drawing/2014/main" id="{05EDE510-5943-55FD-3230-D26A6B62D0A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173"/>
          <a:stretch>
            <a:fillRect/>
          </a:stretch>
        </p:blipFill>
        <p:spPr>
          <a:xfrm>
            <a:off x="0" y="1318332"/>
            <a:ext cx="1074198" cy="923278"/>
          </a:xfrm>
          <a:custGeom>
            <a:avLst/>
            <a:gdLst>
              <a:gd name="csX0" fmla="*/ 0 w 998738"/>
              <a:gd name="csY0" fmla="*/ 0 h 923278"/>
              <a:gd name="csX1" fmla="*/ 75460 w 998738"/>
              <a:gd name="csY1" fmla="*/ 0 h 923278"/>
              <a:gd name="csX2" fmla="*/ 998735 w 998738"/>
              <a:gd name="csY2" fmla="*/ 0 h 923278"/>
              <a:gd name="csX3" fmla="*/ 998738 w 998738"/>
              <a:gd name="csY3" fmla="*/ 0 h 923278"/>
              <a:gd name="csX4" fmla="*/ 998738 w 998738"/>
              <a:gd name="csY4" fmla="*/ 923278 h 923278"/>
              <a:gd name="csX5" fmla="*/ 998735 w 998738"/>
              <a:gd name="csY5" fmla="*/ 923278 h 923278"/>
              <a:gd name="csX6" fmla="*/ 75460 w 998738"/>
              <a:gd name="csY6" fmla="*/ 923278 h 923278"/>
              <a:gd name="csX7" fmla="*/ 0 w 99873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8738" h="923278">
                <a:moveTo>
                  <a:pt x="0" y="0"/>
                </a:moveTo>
                <a:lnTo>
                  <a:pt x="75460" y="0"/>
                </a:lnTo>
                <a:lnTo>
                  <a:pt x="998735" y="0"/>
                </a:lnTo>
                <a:lnTo>
                  <a:pt x="998738" y="0"/>
                </a:lnTo>
                <a:lnTo>
                  <a:pt x="998738" y="923278"/>
                </a:lnTo>
                <a:lnTo>
                  <a:pt x="998735" y="923278"/>
                </a:lnTo>
                <a:lnTo>
                  <a:pt x="75460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27" name="Рисунок 26">
            <a:hlinkClick r:id="rId6" action="ppaction://hlinksldjump"/>
            <a:extLst>
              <a:ext uri="{FF2B5EF4-FFF2-40B4-BE49-F238E27FC236}">
                <a16:creationId xmlns:a16="http://schemas.microsoft.com/office/drawing/2014/main" id="{283EFAD0-24AB-B862-7AE9-79445D27E7AC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731" r="-9615"/>
          <a:stretch>
            <a:fillRect/>
          </a:stretch>
        </p:blipFill>
        <p:spPr>
          <a:xfrm>
            <a:off x="13314" y="224161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62146 w 1074198"/>
              <a:gd name="csY1" fmla="*/ 0 h 923278"/>
              <a:gd name="csX2" fmla="*/ 985424 w 1074198"/>
              <a:gd name="csY2" fmla="*/ 0 h 923278"/>
              <a:gd name="csX3" fmla="*/ 1074198 w 1074198"/>
              <a:gd name="csY3" fmla="*/ 0 h 923278"/>
              <a:gd name="csX4" fmla="*/ 1074198 w 1074198"/>
              <a:gd name="csY4" fmla="*/ 923278 h 923278"/>
              <a:gd name="csX5" fmla="*/ 985424 w 1074198"/>
              <a:gd name="csY5" fmla="*/ 923278 h 923278"/>
              <a:gd name="csX6" fmla="*/ 62146 w 1074198"/>
              <a:gd name="csY6" fmla="*/ 923278 h 923278"/>
              <a:gd name="csX7" fmla="*/ 0 w 107419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62146" y="0"/>
                </a:lnTo>
                <a:lnTo>
                  <a:pt x="985424" y="0"/>
                </a:lnTo>
                <a:lnTo>
                  <a:pt x="1074198" y="0"/>
                </a:lnTo>
                <a:lnTo>
                  <a:pt x="1074198" y="923278"/>
                </a:lnTo>
                <a:lnTo>
                  <a:pt x="985424" y="923278"/>
                </a:lnTo>
                <a:lnTo>
                  <a:pt x="62146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18" name="Рисунок 17">
            <a:hlinkClick r:id="rId9" action="ppaction://hlinksldjump"/>
            <a:extLst>
              <a:ext uri="{FF2B5EF4-FFF2-40B4-BE49-F238E27FC236}">
                <a16:creationId xmlns:a16="http://schemas.microsoft.com/office/drawing/2014/main" id="{C1C55B2E-2DC9-8A96-99B2-47EB499B3ACC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" y="3164888"/>
            <a:ext cx="923277" cy="9232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20" name="Рисунок 19">
            <a:hlinkClick r:id="rId12" action="ppaction://hlinksldjump"/>
            <a:extLst>
              <a:ext uri="{FF2B5EF4-FFF2-40B4-BE49-F238E27FC236}">
                <a16:creationId xmlns:a16="http://schemas.microsoft.com/office/drawing/2014/main" id="{C136E47A-AFE2-3FFA-D78E-C739406619D3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" y="4088165"/>
            <a:ext cx="923277" cy="923277"/>
          </a:xfrm>
          <a:prstGeom prst="rect">
            <a:avLst/>
          </a:prstGeom>
        </p:spPr>
      </p:pic>
      <p:pic>
        <p:nvPicPr>
          <p:cNvPr id="22" name="Рисунок 21">
            <a:hlinkClick r:id="rId15" action="ppaction://hlinksldjump"/>
            <a:extLst>
              <a:ext uri="{FF2B5EF4-FFF2-40B4-BE49-F238E27FC236}">
                <a16:creationId xmlns:a16="http://schemas.microsoft.com/office/drawing/2014/main" id="{A5BE6385-F85D-7CE1-0B91-CA92EBFBDA3E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8" y="5011442"/>
            <a:ext cx="923277" cy="923277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7430E7-80DE-39FC-14DB-EEBBB981F4AD}"/>
              </a:ext>
            </a:extLst>
          </p:cNvPr>
          <p:cNvSpPr/>
          <p:nvPr/>
        </p:nvSpPr>
        <p:spPr>
          <a:xfrm>
            <a:off x="1028479" y="1318329"/>
            <a:ext cx="45719" cy="9232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2993628-38D7-307C-5C74-AD4736A38504}"/>
              </a:ext>
            </a:extLst>
          </p:cNvPr>
          <p:cNvGrpSpPr/>
          <p:nvPr/>
        </p:nvGrpSpPr>
        <p:grpSpPr>
          <a:xfrm>
            <a:off x="1888008" y="1471476"/>
            <a:ext cx="4341157" cy="2667738"/>
            <a:chOff x="1754843" y="497150"/>
            <a:chExt cx="4341157" cy="2667738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C75C0BA7-FFDE-F7A4-4886-F274E1BCFCB9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591AC000-0E43-7F86-7E20-28F3AA35FF27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93B1E75B-DD58-6EBF-A5F8-283D7B293D47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25874CBC-4E43-C830-F151-38A1C55E28F0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FFBDD1-2DE0-15F4-DACD-E15015E08868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2A65F68-D5E1-C75D-B827-8853E851FB53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20C25E-41EE-9BF5-F171-C3C077A48483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8A2977-2951-0A81-A215-D271AB2B5CAA}"/>
                </a:ext>
              </a:extLst>
            </p:cNvPr>
            <p:cNvSpPr txBox="1"/>
            <p:nvPr/>
          </p:nvSpPr>
          <p:spPr>
            <a:xfrm>
              <a:off x="1754843" y="643258"/>
              <a:ext cx="461665" cy="2375522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Понедельник</a:t>
              </a: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ACE75F71-0660-A822-2984-C0CC5B8EE5D9}"/>
              </a:ext>
            </a:extLst>
          </p:cNvPr>
          <p:cNvGrpSpPr/>
          <p:nvPr/>
        </p:nvGrpSpPr>
        <p:grpSpPr>
          <a:xfrm>
            <a:off x="6465853" y="1435965"/>
            <a:ext cx="4341157" cy="2667738"/>
            <a:chOff x="1754843" y="497150"/>
            <a:chExt cx="4341157" cy="2667738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FA719044-FF55-0350-2009-42341209DEC9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7E4F8EE5-21B6-7DC6-C406-78DCC6F254BA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12FA5B0A-55F9-BC75-1E8B-7DEBA3C97444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0C9F8376-EC71-E91C-5CEE-2A5FE099836B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29FD216-81E1-FDC1-8720-C6E471ECC990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11A79CB-4A96-9405-7165-28C722B46667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BDFA96-ED13-E087-E630-2C661DA8AB99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DFAB348-97B0-F373-14B9-BE93DC01C5BD}"/>
                </a:ext>
              </a:extLst>
            </p:cNvPr>
            <p:cNvSpPr txBox="1"/>
            <p:nvPr/>
          </p:nvSpPr>
          <p:spPr>
            <a:xfrm>
              <a:off x="1754843" y="1153654"/>
              <a:ext cx="461665" cy="186512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Вторник</a:t>
              </a:r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8AFF1DB0-8CC0-0276-0DA5-3CB13A2EA8D5}"/>
              </a:ext>
            </a:extLst>
          </p:cNvPr>
          <p:cNvGrpSpPr/>
          <p:nvPr/>
        </p:nvGrpSpPr>
        <p:grpSpPr>
          <a:xfrm>
            <a:off x="1888008" y="4345743"/>
            <a:ext cx="4341157" cy="2667738"/>
            <a:chOff x="1754843" y="497150"/>
            <a:chExt cx="4341157" cy="2667738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9EBBB227-E39D-9711-37F8-BC04B3927A5B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7CA6F9DF-F495-C983-51E8-AB90A32D1D6D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18683E78-2C90-0DE8-AC63-D0229F4D2D1A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85874556-782A-9931-9597-B46E044D0C2E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3BB002B-17A7-BAAB-3577-E4F9DBAB787A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B647027-74BA-F34C-2A6E-6498FF556919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765F01F-3433-5799-C965-E3B642EEEA37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B787364-7A58-A399-566D-4C6FBB98D2F5}"/>
                </a:ext>
              </a:extLst>
            </p:cNvPr>
            <p:cNvSpPr txBox="1"/>
            <p:nvPr/>
          </p:nvSpPr>
          <p:spPr>
            <a:xfrm>
              <a:off x="1754843" y="1368264"/>
              <a:ext cx="461665" cy="165051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Среда</a:t>
              </a:r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7597299F-50D8-4B49-DA7C-1B484CFC0C99}"/>
              </a:ext>
            </a:extLst>
          </p:cNvPr>
          <p:cNvGrpSpPr/>
          <p:nvPr/>
        </p:nvGrpSpPr>
        <p:grpSpPr>
          <a:xfrm>
            <a:off x="6465853" y="4336206"/>
            <a:ext cx="4341157" cy="2667738"/>
            <a:chOff x="1754843" y="497150"/>
            <a:chExt cx="4341157" cy="2667738"/>
          </a:xfrm>
        </p:grpSpPr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EEFCF3AD-213D-AFF8-F7C8-2FC278A9CBD7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43683679-4421-31BD-308D-7BFC55B9511F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6E2B91BD-B2B0-4A61-8B63-6F14D5FE7783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287D5B22-FE5E-C55E-9BA3-FE778DD4B5D3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7E0CD2A-2381-FA3E-BBC8-895789A7E562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F790A85-2A2D-79EB-4976-BDD39946F113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A3336B5-D68D-1B6F-55B7-044C2FAF9ED2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F32FF94-659E-A7F4-703D-B0C48F40F61D}"/>
                </a:ext>
              </a:extLst>
            </p:cNvPr>
            <p:cNvSpPr txBox="1"/>
            <p:nvPr/>
          </p:nvSpPr>
          <p:spPr>
            <a:xfrm>
              <a:off x="1754843" y="1204116"/>
              <a:ext cx="461665" cy="1814664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Четверг</a:t>
              </a:r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18F89DC6-5375-3E47-DC27-7147788A6D58}"/>
              </a:ext>
            </a:extLst>
          </p:cNvPr>
          <p:cNvGrpSpPr/>
          <p:nvPr/>
        </p:nvGrpSpPr>
        <p:grpSpPr>
          <a:xfrm>
            <a:off x="1888008" y="7284175"/>
            <a:ext cx="4341157" cy="2667738"/>
            <a:chOff x="1754843" y="497150"/>
            <a:chExt cx="4341157" cy="2667738"/>
          </a:xfrm>
        </p:grpSpPr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id="{C2675AD9-580F-DACE-CFA5-3B21CB811644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id="{612EB1FB-8A46-346C-72AC-4A5FEBF4787D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EAD13486-D201-D6D3-003B-9DA3AF1FE2CB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93E16544-0A46-73F2-B9F5-6EFA30DE90D3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154B3A1-A949-8E8D-017F-180B47168ADB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8BE96E0-1E8E-9BB2-0B22-7FF7AAE8F681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9344F67-7367-EBC3-5725-267B24D78D13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2136539-ABA5-283B-FAE2-A9F3017AC5AD}"/>
                </a:ext>
              </a:extLst>
            </p:cNvPr>
            <p:cNvSpPr txBox="1"/>
            <p:nvPr/>
          </p:nvSpPr>
          <p:spPr>
            <a:xfrm>
              <a:off x="1754843" y="714303"/>
              <a:ext cx="461665" cy="2304477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Воскресенье</a:t>
              </a:r>
            </a:p>
          </p:txBody>
        </p: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4AF28801-21F4-ABFA-A57A-0FC45C1387FA}"/>
              </a:ext>
            </a:extLst>
          </p:cNvPr>
          <p:cNvGrpSpPr/>
          <p:nvPr/>
        </p:nvGrpSpPr>
        <p:grpSpPr>
          <a:xfrm>
            <a:off x="1278384" y="235346"/>
            <a:ext cx="10520039" cy="829974"/>
            <a:chOff x="1278384" y="235346"/>
            <a:chExt cx="10520039" cy="829974"/>
          </a:xfrm>
        </p:grpSpPr>
        <p:cxnSp>
          <p:nvCxnSpPr>
            <p:cNvPr id="64" name="Прямая соединительная линия 63">
              <a:extLst>
                <a:ext uri="{FF2B5EF4-FFF2-40B4-BE49-F238E27FC236}">
                  <a16:creationId xmlns:a16="http://schemas.microsoft.com/office/drawing/2014/main" id="{88F41447-3A5F-D0D9-B9AA-770232FF3FC8}"/>
                </a:ext>
              </a:extLst>
            </p:cNvPr>
            <p:cNvCxnSpPr/>
            <p:nvPr/>
          </p:nvCxnSpPr>
          <p:spPr>
            <a:xfrm>
              <a:off x="1278384" y="1065320"/>
              <a:ext cx="1052003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5" name="Прямоугольник 64">
              <a:extLst>
                <a:ext uri="{FF2B5EF4-FFF2-40B4-BE49-F238E27FC236}">
                  <a16:creationId xmlns:a16="http://schemas.microsoft.com/office/drawing/2014/main" id="{E0856D16-586A-440C-AC96-F91E011B1A3B}"/>
                </a:ext>
              </a:extLst>
            </p:cNvPr>
            <p:cNvSpPr/>
            <p:nvPr/>
          </p:nvSpPr>
          <p:spPr>
            <a:xfrm>
              <a:off x="1464816" y="239697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Добавить</a:t>
              </a:r>
            </a:p>
          </p:txBody>
        </p:sp>
        <p:sp>
          <p:nvSpPr>
            <p:cNvPr id="67" name="Прямоугольник 66">
              <a:extLst>
                <a:ext uri="{FF2B5EF4-FFF2-40B4-BE49-F238E27FC236}">
                  <a16:creationId xmlns:a16="http://schemas.microsoft.com/office/drawing/2014/main" id="{98302E4A-948C-6401-8C27-D9EA35DAAD56}"/>
                </a:ext>
              </a:extLst>
            </p:cNvPr>
            <p:cNvSpPr/>
            <p:nvPr/>
          </p:nvSpPr>
          <p:spPr>
            <a:xfrm>
              <a:off x="4643022" y="235346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Удалить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055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926A-ECF5-1A85-7869-636268DA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8711216-D894-5305-0C49-669346BA4D81}"/>
              </a:ext>
            </a:extLst>
          </p:cNvPr>
          <p:cNvSpPr/>
          <p:nvPr/>
        </p:nvSpPr>
        <p:spPr>
          <a:xfrm>
            <a:off x="0" y="0"/>
            <a:ext cx="10741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7F23B82-AC25-5F98-62E8-8DB793900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71" t="-26471" r="-38971" b="-26471"/>
          <a:stretch>
            <a:fillRect/>
          </a:stretch>
        </p:blipFill>
        <p:spPr>
          <a:xfrm>
            <a:off x="0" y="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1074198 w 1074198"/>
              <a:gd name="csY1" fmla="*/ 0 h 923278"/>
              <a:gd name="csX2" fmla="*/ 1074198 w 1074198"/>
              <a:gd name="csY2" fmla="*/ 923278 h 923278"/>
              <a:gd name="csX3" fmla="*/ 0 w 1074198"/>
              <a:gd name="csY3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1074198" y="0"/>
                </a:lnTo>
                <a:lnTo>
                  <a:pt x="1074198" y="923278"/>
                </a:lnTo>
                <a:lnTo>
                  <a:pt x="0" y="923278"/>
                </a:lnTo>
                <a:close/>
              </a:path>
            </a:pathLst>
          </a:cu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31FAC6A-3390-C806-4BCD-81D83EC5E7C4}"/>
              </a:ext>
            </a:extLst>
          </p:cNvPr>
          <p:cNvSpPr/>
          <p:nvPr/>
        </p:nvSpPr>
        <p:spPr>
          <a:xfrm>
            <a:off x="0" y="2769834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ABD0152-D3E1-70A5-C24B-E78271476381}"/>
              </a:ext>
            </a:extLst>
          </p:cNvPr>
          <p:cNvSpPr/>
          <p:nvPr/>
        </p:nvSpPr>
        <p:spPr>
          <a:xfrm>
            <a:off x="0" y="3693112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758AE67-1774-18B8-EB1A-EE8A5A38308F}"/>
              </a:ext>
            </a:extLst>
          </p:cNvPr>
          <p:cNvSpPr/>
          <p:nvPr/>
        </p:nvSpPr>
        <p:spPr>
          <a:xfrm>
            <a:off x="0" y="4616390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hlinkClick r:id="rId4" action="ppaction://hlinksldjump"/>
            <a:extLst>
              <a:ext uri="{FF2B5EF4-FFF2-40B4-BE49-F238E27FC236}">
                <a16:creationId xmlns:a16="http://schemas.microsoft.com/office/drawing/2014/main" id="{784ECD04-2E23-F26C-8A18-71A12884DC7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173"/>
          <a:stretch>
            <a:fillRect/>
          </a:stretch>
        </p:blipFill>
        <p:spPr>
          <a:xfrm>
            <a:off x="0" y="1318332"/>
            <a:ext cx="1074198" cy="923278"/>
          </a:xfrm>
          <a:custGeom>
            <a:avLst/>
            <a:gdLst>
              <a:gd name="csX0" fmla="*/ 0 w 998738"/>
              <a:gd name="csY0" fmla="*/ 0 h 923278"/>
              <a:gd name="csX1" fmla="*/ 75460 w 998738"/>
              <a:gd name="csY1" fmla="*/ 0 h 923278"/>
              <a:gd name="csX2" fmla="*/ 998735 w 998738"/>
              <a:gd name="csY2" fmla="*/ 0 h 923278"/>
              <a:gd name="csX3" fmla="*/ 998738 w 998738"/>
              <a:gd name="csY3" fmla="*/ 0 h 923278"/>
              <a:gd name="csX4" fmla="*/ 998738 w 998738"/>
              <a:gd name="csY4" fmla="*/ 923278 h 923278"/>
              <a:gd name="csX5" fmla="*/ 998735 w 998738"/>
              <a:gd name="csY5" fmla="*/ 923278 h 923278"/>
              <a:gd name="csX6" fmla="*/ 75460 w 998738"/>
              <a:gd name="csY6" fmla="*/ 923278 h 923278"/>
              <a:gd name="csX7" fmla="*/ 0 w 99873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8738" h="923278">
                <a:moveTo>
                  <a:pt x="0" y="0"/>
                </a:moveTo>
                <a:lnTo>
                  <a:pt x="75460" y="0"/>
                </a:lnTo>
                <a:lnTo>
                  <a:pt x="998735" y="0"/>
                </a:lnTo>
                <a:lnTo>
                  <a:pt x="998738" y="0"/>
                </a:lnTo>
                <a:lnTo>
                  <a:pt x="998738" y="923278"/>
                </a:lnTo>
                <a:lnTo>
                  <a:pt x="998735" y="923278"/>
                </a:lnTo>
                <a:lnTo>
                  <a:pt x="75460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27" name="Рисунок 26">
            <a:hlinkClick r:id="rId7" action="ppaction://hlinksldjump"/>
            <a:extLst>
              <a:ext uri="{FF2B5EF4-FFF2-40B4-BE49-F238E27FC236}">
                <a16:creationId xmlns:a16="http://schemas.microsoft.com/office/drawing/2014/main" id="{2424CD22-68FC-B716-98B7-7BEFC79848E8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731" r="-9615"/>
          <a:stretch>
            <a:fillRect/>
          </a:stretch>
        </p:blipFill>
        <p:spPr>
          <a:xfrm>
            <a:off x="13314" y="224161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62146 w 1074198"/>
              <a:gd name="csY1" fmla="*/ 0 h 923278"/>
              <a:gd name="csX2" fmla="*/ 985424 w 1074198"/>
              <a:gd name="csY2" fmla="*/ 0 h 923278"/>
              <a:gd name="csX3" fmla="*/ 1074198 w 1074198"/>
              <a:gd name="csY3" fmla="*/ 0 h 923278"/>
              <a:gd name="csX4" fmla="*/ 1074198 w 1074198"/>
              <a:gd name="csY4" fmla="*/ 923278 h 923278"/>
              <a:gd name="csX5" fmla="*/ 985424 w 1074198"/>
              <a:gd name="csY5" fmla="*/ 923278 h 923278"/>
              <a:gd name="csX6" fmla="*/ 62146 w 1074198"/>
              <a:gd name="csY6" fmla="*/ 923278 h 923278"/>
              <a:gd name="csX7" fmla="*/ 0 w 107419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62146" y="0"/>
                </a:lnTo>
                <a:lnTo>
                  <a:pt x="985424" y="0"/>
                </a:lnTo>
                <a:lnTo>
                  <a:pt x="1074198" y="0"/>
                </a:lnTo>
                <a:lnTo>
                  <a:pt x="1074198" y="923278"/>
                </a:lnTo>
                <a:lnTo>
                  <a:pt x="985424" y="923278"/>
                </a:lnTo>
                <a:lnTo>
                  <a:pt x="62146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18" name="Рисунок 17">
            <a:hlinkClick r:id="rId10" action="ppaction://hlinksldjump"/>
            <a:extLst>
              <a:ext uri="{FF2B5EF4-FFF2-40B4-BE49-F238E27FC236}">
                <a16:creationId xmlns:a16="http://schemas.microsoft.com/office/drawing/2014/main" id="{1116B869-7541-8804-F3B5-3444F7FDD6CC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" y="3164888"/>
            <a:ext cx="923277" cy="9232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20" name="Рисунок 19">
            <a:hlinkClick r:id="rId13" action="ppaction://hlinksldjump"/>
            <a:extLst>
              <a:ext uri="{FF2B5EF4-FFF2-40B4-BE49-F238E27FC236}">
                <a16:creationId xmlns:a16="http://schemas.microsoft.com/office/drawing/2014/main" id="{832E62CF-36F0-4DF2-ED3F-BB5A9459B7E0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" y="4088165"/>
            <a:ext cx="923277" cy="923277"/>
          </a:xfrm>
          <a:prstGeom prst="rect">
            <a:avLst/>
          </a:prstGeom>
        </p:spPr>
      </p:pic>
      <p:pic>
        <p:nvPicPr>
          <p:cNvPr id="22" name="Рисунок 21">
            <a:hlinkClick r:id="rId16" action="ppaction://hlinksldjump"/>
            <a:extLst>
              <a:ext uri="{FF2B5EF4-FFF2-40B4-BE49-F238E27FC236}">
                <a16:creationId xmlns:a16="http://schemas.microsoft.com/office/drawing/2014/main" id="{BF1F356A-7DDF-46A0-E8E1-8A4366E90402}"/>
              </a:ext>
            </a:extLst>
          </p:cNvPr>
          <p:cNvPicPr>
            <a:picLocks noChangeAspect="1"/>
          </p:cNvPicPr>
          <p:nvPr/>
        </p:nvPicPr>
        <p:blipFill>
          <a:blip r:embed="rId17">
            <a:biLevel thresh="75000"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8" y="5011442"/>
            <a:ext cx="923277" cy="923277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925E643-A12B-D6B7-10AC-42C6103915E0}"/>
              </a:ext>
            </a:extLst>
          </p:cNvPr>
          <p:cNvSpPr/>
          <p:nvPr/>
        </p:nvSpPr>
        <p:spPr>
          <a:xfrm>
            <a:off x="1028479" y="1318329"/>
            <a:ext cx="45719" cy="9232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EA4EC955-A1C0-F5A7-1A09-44C17CAB33EE}"/>
              </a:ext>
            </a:extLst>
          </p:cNvPr>
          <p:cNvGrpSpPr/>
          <p:nvPr/>
        </p:nvGrpSpPr>
        <p:grpSpPr>
          <a:xfrm>
            <a:off x="1888008" y="1471476"/>
            <a:ext cx="4341157" cy="2667738"/>
            <a:chOff x="1754843" y="497150"/>
            <a:chExt cx="4341157" cy="2667738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DEACA95D-3E8B-DAA0-0449-2FDF0C6B8C6F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4ED1E21B-E9FF-12FF-DE04-F073A13CC127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2E6F9CEB-3D41-63AD-F0B5-A55CFA4CC27C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A274CC3B-4265-68C7-4DBA-E46F33BA9361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09C0A63-CB8A-0137-E103-4C0DDE0BB8C8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EACDEE0-9CE4-E671-527D-AE775DBDAFFF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FD8480F-BF33-11E3-A658-A703B8CC1CA6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4A354CA-B230-888D-D282-6C636C42FCF1}"/>
                </a:ext>
              </a:extLst>
            </p:cNvPr>
            <p:cNvSpPr txBox="1"/>
            <p:nvPr/>
          </p:nvSpPr>
          <p:spPr>
            <a:xfrm>
              <a:off x="1754843" y="643258"/>
              <a:ext cx="461665" cy="2375522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Понедельник</a:t>
              </a: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C9D6B82-1441-B383-70F1-A5684407AD2D}"/>
              </a:ext>
            </a:extLst>
          </p:cNvPr>
          <p:cNvGrpSpPr/>
          <p:nvPr/>
        </p:nvGrpSpPr>
        <p:grpSpPr>
          <a:xfrm>
            <a:off x="6465853" y="1435965"/>
            <a:ext cx="4341157" cy="2667738"/>
            <a:chOff x="1754843" y="497150"/>
            <a:chExt cx="4341157" cy="2667738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59D84CFE-0BB4-E789-D3D1-7B61C451AFB5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B4C293F4-5811-CE71-2943-614BF183B05F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B9108CD2-3C67-4DB8-C908-0687DED7BCDE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B9B494DA-6416-231B-4439-7EAFD930DB02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E35309-CFD5-48F7-0A86-2A6D900A00CC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9054972-6710-F85D-88D0-8A8DCD3DE051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C8AB951-40C8-1C45-C86B-324A2B71DE03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13C39B0-211D-CFDE-6F38-004A2DC921CA}"/>
                </a:ext>
              </a:extLst>
            </p:cNvPr>
            <p:cNvSpPr txBox="1"/>
            <p:nvPr/>
          </p:nvSpPr>
          <p:spPr>
            <a:xfrm>
              <a:off x="1754843" y="1153654"/>
              <a:ext cx="461665" cy="186512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Вторник</a:t>
              </a:r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67C749BA-6F9E-0222-A633-7ACC8880EEEC}"/>
              </a:ext>
            </a:extLst>
          </p:cNvPr>
          <p:cNvGrpSpPr/>
          <p:nvPr/>
        </p:nvGrpSpPr>
        <p:grpSpPr>
          <a:xfrm>
            <a:off x="1888008" y="4345743"/>
            <a:ext cx="4341157" cy="2667738"/>
            <a:chOff x="1754843" y="497150"/>
            <a:chExt cx="4341157" cy="2667738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88CB11D2-5E56-F88E-1C8E-5B9247168065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942D43DC-A398-2B79-DAFC-4D85ABB1A61A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0335834A-B35C-0C48-399F-1608CCAE0AA9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F487CED3-CA5C-9327-E942-38306F28716D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653F181-3D13-38F1-BA25-D649E1773862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630574C-725A-E4D5-F27B-ACDA108C9030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9918B64-0B07-5419-7EED-3C6054FEE83E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97E6EA2-6DDD-9B11-C44A-3B3CC390A233}"/>
                </a:ext>
              </a:extLst>
            </p:cNvPr>
            <p:cNvSpPr txBox="1"/>
            <p:nvPr/>
          </p:nvSpPr>
          <p:spPr>
            <a:xfrm>
              <a:off x="1754843" y="1368264"/>
              <a:ext cx="461665" cy="165051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Среда</a:t>
              </a:r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C03CAA72-7EAB-FD96-CE72-04A36268909D}"/>
              </a:ext>
            </a:extLst>
          </p:cNvPr>
          <p:cNvGrpSpPr/>
          <p:nvPr/>
        </p:nvGrpSpPr>
        <p:grpSpPr>
          <a:xfrm>
            <a:off x="6465853" y="4336206"/>
            <a:ext cx="4341157" cy="2667738"/>
            <a:chOff x="1754843" y="497150"/>
            <a:chExt cx="4341157" cy="2667738"/>
          </a:xfrm>
        </p:grpSpPr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BCA7B035-4564-CE32-819D-B123F8D30C13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88DB067B-E18D-7773-737F-925A8C56C466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F92A1080-FCBD-595D-06D3-6D54846EB224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304F279D-F9DC-7440-577F-DF307550C244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1DD3626-FF81-B61F-D623-CECD48B6F291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01B5BBF-79ED-72FF-2937-65F652451FF8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889A94-704F-7FDD-0D03-86FB43EBEA99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F5F1EF8-4092-67E5-5AB8-A07EEBD8174F}"/>
                </a:ext>
              </a:extLst>
            </p:cNvPr>
            <p:cNvSpPr txBox="1"/>
            <p:nvPr/>
          </p:nvSpPr>
          <p:spPr>
            <a:xfrm>
              <a:off x="1754843" y="1204116"/>
              <a:ext cx="461665" cy="1814664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Четверг</a:t>
              </a:r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BA9B7C17-B98A-2EE5-3A78-42D40B2150A4}"/>
              </a:ext>
            </a:extLst>
          </p:cNvPr>
          <p:cNvGrpSpPr/>
          <p:nvPr/>
        </p:nvGrpSpPr>
        <p:grpSpPr>
          <a:xfrm>
            <a:off x="1888008" y="7284175"/>
            <a:ext cx="4341157" cy="2667738"/>
            <a:chOff x="1754843" y="497150"/>
            <a:chExt cx="4341157" cy="2667738"/>
          </a:xfrm>
        </p:grpSpPr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id="{953A3049-7CDB-8D57-C5FD-7053F02D5168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id="{59D2958E-4DCD-0C6F-A35B-8F2D2B5EB0C5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07540DD8-99F5-9387-45F0-F89684E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192E71AC-E7C8-30D7-BB7C-17F4BA20A2FA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B991914-FDB9-F79D-0C91-6EBD203B99E5}"/>
                </a:ext>
              </a:extLst>
            </p:cNvPr>
            <p:cNvSpPr txBox="1"/>
            <p:nvPr/>
          </p:nvSpPr>
          <p:spPr>
            <a:xfrm>
              <a:off x="3561478" y="8735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3F2F255-06E6-E557-EF0F-978F15B42400}"/>
                </a:ext>
              </a:extLst>
            </p:cNvPr>
            <p:cNvSpPr txBox="1"/>
            <p:nvPr/>
          </p:nvSpPr>
          <p:spPr>
            <a:xfrm>
              <a:off x="3561478" y="14710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4D2983-923F-AE9D-0B5E-AAAD69B8838C}"/>
                </a:ext>
              </a:extLst>
            </p:cNvPr>
            <p:cNvSpPr txBox="1"/>
            <p:nvPr/>
          </p:nvSpPr>
          <p:spPr>
            <a:xfrm>
              <a:off x="3540764" y="20468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5D2D6B8-1517-EDE7-7BA2-B288E0D46565}"/>
                </a:ext>
              </a:extLst>
            </p:cNvPr>
            <p:cNvSpPr txBox="1"/>
            <p:nvPr/>
          </p:nvSpPr>
          <p:spPr>
            <a:xfrm>
              <a:off x="1754843" y="714303"/>
              <a:ext cx="461665" cy="2304477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Воскресенье</a:t>
              </a:r>
            </a:p>
          </p:txBody>
        </p:sp>
      </p:grp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F3C251D6-EEA0-374D-C9DA-D9FE39145718}"/>
              </a:ext>
            </a:extLst>
          </p:cNvPr>
          <p:cNvCxnSpPr/>
          <p:nvPr/>
        </p:nvCxnSpPr>
        <p:spPr>
          <a:xfrm>
            <a:off x="1278384" y="1065320"/>
            <a:ext cx="1052003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78C26493-15EE-2DB7-3AEE-63D96E7C01D5}"/>
              </a:ext>
            </a:extLst>
          </p:cNvPr>
          <p:cNvSpPr/>
          <p:nvPr/>
        </p:nvSpPr>
        <p:spPr>
          <a:xfrm>
            <a:off x="1464816" y="239697"/>
            <a:ext cx="2787588" cy="59747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Добавить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3D120402-A813-22FD-8563-B93E789B393D}"/>
              </a:ext>
            </a:extLst>
          </p:cNvPr>
          <p:cNvSpPr/>
          <p:nvPr/>
        </p:nvSpPr>
        <p:spPr>
          <a:xfrm>
            <a:off x="4643022" y="235346"/>
            <a:ext cx="2787588" cy="59747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Удалить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6C1846A-013C-377F-37D0-D0FF035F6E90}"/>
              </a:ext>
            </a:extLst>
          </p:cNvPr>
          <p:cNvCxnSpPr/>
          <p:nvPr/>
        </p:nvCxnSpPr>
        <p:spPr>
          <a:xfrm>
            <a:off x="4101483" y="1748901"/>
            <a:ext cx="461638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4EC2A6B9-0ED2-E4D9-7E5C-5459C0023722}"/>
              </a:ext>
            </a:extLst>
          </p:cNvPr>
          <p:cNvGrpSpPr/>
          <p:nvPr/>
        </p:nvGrpSpPr>
        <p:grpSpPr>
          <a:xfrm>
            <a:off x="1074198" y="0"/>
            <a:ext cx="11104488" cy="6856568"/>
            <a:chOff x="1074198" y="0"/>
            <a:chExt cx="11104488" cy="685656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7281D21-E149-D22E-B677-5F76D44F1EFB}"/>
                </a:ext>
              </a:extLst>
            </p:cNvPr>
            <p:cNvSpPr/>
            <p:nvPr/>
          </p:nvSpPr>
          <p:spPr>
            <a:xfrm>
              <a:off x="1074198" y="0"/>
              <a:ext cx="11104488" cy="6856568"/>
            </a:xfrm>
            <a:prstGeom prst="rect">
              <a:avLst/>
            </a:prstGeom>
            <a:solidFill>
              <a:srgbClr val="A5A5A5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47F70735-F10D-575F-AD9E-722F0F685505}"/>
                </a:ext>
              </a:extLst>
            </p:cNvPr>
            <p:cNvGrpSpPr/>
            <p:nvPr/>
          </p:nvGrpSpPr>
          <p:grpSpPr>
            <a:xfrm>
              <a:off x="3892834" y="727200"/>
              <a:ext cx="4616389" cy="5320764"/>
              <a:chOff x="4101483" y="727969"/>
              <a:chExt cx="4616389" cy="5320764"/>
            </a:xfrm>
          </p:grpSpPr>
          <p:sp>
            <p:nvSpPr>
              <p:cNvPr id="6" name="Прямоугольник: скругленные углы 5">
                <a:extLst>
                  <a:ext uri="{FF2B5EF4-FFF2-40B4-BE49-F238E27FC236}">
                    <a16:creationId xmlns:a16="http://schemas.microsoft.com/office/drawing/2014/main" id="{F70FBE96-61EC-FEAC-9F22-DAB73AA3A660}"/>
                  </a:ext>
                </a:extLst>
              </p:cNvPr>
              <p:cNvSpPr/>
              <p:nvPr/>
            </p:nvSpPr>
            <p:spPr>
              <a:xfrm>
                <a:off x="4101483" y="727969"/>
                <a:ext cx="4616389" cy="532076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4E683F-5ECD-76D2-19E7-36049888808B}"/>
                  </a:ext>
                </a:extLst>
              </p:cNvPr>
              <p:cNvSpPr txBox="1"/>
              <p:nvPr/>
            </p:nvSpPr>
            <p:spPr>
              <a:xfrm>
                <a:off x="4513954" y="1136423"/>
                <a:ext cx="1122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Добавить</a:t>
                </a:r>
              </a:p>
            </p:txBody>
          </p:sp>
          <p:sp>
            <p:nvSpPr>
              <p:cNvPr id="63" name="Прямоугольник 62">
                <a:extLst>
                  <a:ext uri="{FF2B5EF4-FFF2-40B4-BE49-F238E27FC236}">
                    <a16:creationId xmlns:a16="http://schemas.microsoft.com/office/drawing/2014/main" id="{705AFA55-EBB8-087F-F54C-9CF2130A171C}"/>
                  </a:ext>
                </a:extLst>
              </p:cNvPr>
              <p:cNvSpPr/>
              <p:nvPr/>
            </p:nvSpPr>
            <p:spPr>
              <a:xfrm>
                <a:off x="4518734" y="2181689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F8136DAF-8D0D-FD52-449F-0CD47C719D2E}"/>
                  </a:ext>
                </a:extLst>
              </p:cNvPr>
              <p:cNvSpPr/>
              <p:nvPr/>
            </p:nvSpPr>
            <p:spPr>
              <a:xfrm>
                <a:off x="4513954" y="2800122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4D9F9996-9413-D8AB-6031-7E8B361CD5D6}"/>
                  </a:ext>
                </a:extLst>
              </p:cNvPr>
              <p:cNvSpPr/>
              <p:nvPr/>
            </p:nvSpPr>
            <p:spPr>
              <a:xfrm>
                <a:off x="4511366" y="3408030"/>
                <a:ext cx="1947119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21ED188D-6B41-2022-C272-CA700BCAF8B3}"/>
                  </a:ext>
                </a:extLst>
              </p:cNvPr>
              <p:cNvSpPr/>
              <p:nvPr/>
            </p:nvSpPr>
            <p:spPr>
              <a:xfrm>
                <a:off x="6649351" y="3407742"/>
                <a:ext cx="1782986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7C3DABBE-4694-B6BC-8692-A095D62F005D}"/>
                  </a:ext>
                </a:extLst>
              </p:cNvPr>
              <p:cNvSpPr/>
              <p:nvPr/>
            </p:nvSpPr>
            <p:spPr>
              <a:xfrm>
                <a:off x="4513953" y="4043225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Прямоугольник: скругленные углы 7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C3DCD10-F0BA-C919-7714-1CDD8AF0F45B}"/>
                  </a:ext>
                </a:extLst>
              </p:cNvPr>
              <p:cNvSpPr/>
              <p:nvPr/>
            </p:nvSpPr>
            <p:spPr>
              <a:xfrm>
                <a:off x="6973237" y="5131621"/>
                <a:ext cx="1490117" cy="442932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Добавить</a:t>
                </a:r>
              </a:p>
            </p:txBody>
          </p:sp>
          <p:sp>
            <p:nvSpPr>
              <p:cNvPr id="74" name="Прямоугольник: скругленные углы 7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423136C-9182-BF10-0859-1EA6FE5C5198}"/>
                  </a:ext>
                </a:extLst>
              </p:cNvPr>
              <p:cNvSpPr/>
              <p:nvPr/>
            </p:nvSpPr>
            <p:spPr>
              <a:xfrm>
                <a:off x="5331534" y="5132249"/>
                <a:ext cx="1490117" cy="442932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Отменить</a:t>
                </a:r>
              </a:p>
            </p:txBody>
          </p:sp>
          <p:sp>
            <p:nvSpPr>
              <p:cNvPr id="75" name="TextBox 7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5B77044A-C7CF-C304-F412-D4C25E2E2013}"/>
                  </a:ext>
                </a:extLst>
              </p:cNvPr>
              <p:cNvSpPr txBox="1"/>
              <p:nvPr/>
            </p:nvSpPr>
            <p:spPr>
              <a:xfrm>
                <a:off x="8099328" y="109438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endParaRPr lang="ru-RU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522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61F9-D5DE-8331-BDC1-7CF5EC46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520DAD3-850A-C0ED-2299-6AA5CEC6DAFD}"/>
              </a:ext>
            </a:extLst>
          </p:cNvPr>
          <p:cNvSpPr/>
          <p:nvPr/>
        </p:nvSpPr>
        <p:spPr>
          <a:xfrm>
            <a:off x="0" y="0"/>
            <a:ext cx="10741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2938F98-109B-CA68-0D41-7E937CAED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71" t="-26471" r="-38971" b="-26471"/>
          <a:stretch>
            <a:fillRect/>
          </a:stretch>
        </p:blipFill>
        <p:spPr>
          <a:xfrm>
            <a:off x="0" y="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1074198 w 1074198"/>
              <a:gd name="csY1" fmla="*/ 0 h 923278"/>
              <a:gd name="csX2" fmla="*/ 1074198 w 1074198"/>
              <a:gd name="csY2" fmla="*/ 923278 h 923278"/>
              <a:gd name="csX3" fmla="*/ 0 w 1074198"/>
              <a:gd name="csY3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1074198" y="0"/>
                </a:lnTo>
                <a:lnTo>
                  <a:pt x="1074198" y="923278"/>
                </a:lnTo>
                <a:lnTo>
                  <a:pt x="0" y="923278"/>
                </a:lnTo>
                <a:close/>
              </a:path>
            </a:pathLst>
          </a:cu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3EB96C9-1A33-8841-B484-EE89543F616A}"/>
              </a:ext>
            </a:extLst>
          </p:cNvPr>
          <p:cNvSpPr/>
          <p:nvPr/>
        </p:nvSpPr>
        <p:spPr>
          <a:xfrm>
            <a:off x="0" y="2769834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486BEFB-CE5B-B4F6-52B0-0AFD11480EF7}"/>
              </a:ext>
            </a:extLst>
          </p:cNvPr>
          <p:cNvSpPr/>
          <p:nvPr/>
        </p:nvSpPr>
        <p:spPr>
          <a:xfrm>
            <a:off x="0" y="3693112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35FFBB5-2C28-8B28-C04D-1E51B848D199}"/>
              </a:ext>
            </a:extLst>
          </p:cNvPr>
          <p:cNvSpPr/>
          <p:nvPr/>
        </p:nvSpPr>
        <p:spPr>
          <a:xfrm>
            <a:off x="0" y="4616390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hlinkClick r:id="rId3" action="ppaction://hlinksldjump"/>
            <a:extLst>
              <a:ext uri="{FF2B5EF4-FFF2-40B4-BE49-F238E27FC236}">
                <a16:creationId xmlns:a16="http://schemas.microsoft.com/office/drawing/2014/main" id="{963847F2-FD1F-5CAE-D69A-6974BE56D4BB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173"/>
          <a:stretch>
            <a:fillRect/>
          </a:stretch>
        </p:blipFill>
        <p:spPr>
          <a:xfrm>
            <a:off x="0" y="1318332"/>
            <a:ext cx="1074198" cy="923278"/>
          </a:xfrm>
          <a:custGeom>
            <a:avLst/>
            <a:gdLst>
              <a:gd name="csX0" fmla="*/ 0 w 998738"/>
              <a:gd name="csY0" fmla="*/ 0 h 923278"/>
              <a:gd name="csX1" fmla="*/ 75460 w 998738"/>
              <a:gd name="csY1" fmla="*/ 0 h 923278"/>
              <a:gd name="csX2" fmla="*/ 998735 w 998738"/>
              <a:gd name="csY2" fmla="*/ 0 h 923278"/>
              <a:gd name="csX3" fmla="*/ 998738 w 998738"/>
              <a:gd name="csY3" fmla="*/ 0 h 923278"/>
              <a:gd name="csX4" fmla="*/ 998738 w 998738"/>
              <a:gd name="csY4" fmla="*/ 923278 h 923278"/>
              <a:gd name="csX5" fmla="*/ 998735 w 998738"/>
              <a:gd name="csY5" fmla="*/ 923278 h 923278"/>
              <a:gd name="csX6" fmla="*/ 75460 w 998738"/>
              <a:gd name="csY6" fmla="*/ 923278 h 923278"/>
              <a:gd name="csX7" fmla="*/ 0 w 99873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8738" h="923278">
                <a:moveTo>
                  <a:pt x="0" y="0"/>
                </a:moveTo>
                <a:lnTo>
                  <a:pt x="75460" y="0"/>
                </a:lnTo>
                <a:lnTo>
                  <a:pt x="998735" y="0"/>
                </a:lnTo>
                <a:lnTo>
                  <a:pt x="998738" y="0"/>
                </a:lnTo>
                <a:lnTo>
                  <a:pt x="998738" y="923278"/>
                </a:lnTo>
                <a:lnTo>
                  <a:pt x="998735" y="923278"/>
                </a:lnTo>
                <a:lnTo>
                  <a:pt x="75460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29" name="Рисунок 28">
            <a:hlinkClick r:id="rId6" action="ppaction://hlinksldjump"/>
            <a:extLst>
              <a:ext uri="{FF2B5EF4-FFF2-40B4-BE49-F238E27FC236}">
                <a16:creationId xmlns:a16="http://schemas.microsoft.com/office/drawing/2014/main" id="{5A7D0C40-FF60-4769-C8B1-A6C2FA5B8CFE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731" r="-9615"/>
          <a:stretch>
            <a:fillRect/>
          </a:stretch>
        </p:blipFill>
        <p:spPr>
          <a:xfrm>
            <a:off x="13314" y="224161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62146 w 1074198"/>
              <a:gd name="csY1" fmla="*/ 0 h 923278"/>
              <a:gd name="csX2" fmla="*/ 985424 w 1074198"/>
              <a:gd name="csY2" fmla="*/ 0 h 923278"/>
              <a:gd name="csX3" fmla="*/ 1074198 w 1074198"/>
              <a:gd name="csY3" fmla="*/ 0 h 923278"/>
              <a:gd name="csX4" fmla="*/ 1074198 w 1074198"/>
              <a:gd name="csY4" fmla="*/ 923278 h 923278"/>
              <a:gd name="csX5" fmla="*/ 985424 w 1074198"/>
              <a:gd name="csY5" fmla="*/ 923278 h 923278"/>
              <a:gd name="csX6" fmla="*/ 62146 w 1074198"/>
              <a:gd name="csY6" fmla="*/ 923278 h 923278"/>
              <a:gd name="csX7" fmla="*/ 0 w 107419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62146" y="0"/>
                </a:lnTo>
                <a:lnTo>
                  <a:pt x="985424" y="0"/>
                </a:lnTo>
                <a:lnTo>
                  <a:pt x="1074198" y="0"/>
                </a:lnTo>
                <a:lnTo>
                  <a:pt x="1074198" y="923278"/>
                </a:lnTo>
                <a:lnTo>
                  <a:pt x="985424" y="923278"/>
                </a:lnTo>
                <a:lnTo>
                  <a:pt x="62146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30" name="Рисунок 29">
            <a:hlinkClick r:id="rId9" action="ppaction://hlinksldjump"/>
            <a:extLst>
              <a:ext uri="{FF2B5EF4-FFF2-40B4-BE49-F238E27FC236}">
                <a16:creationId xmlns:a16="http://schemas.microsoft.com/office/drawing/2014/main" id="{36CD3256-B34B-A0B9-BB8C-0477DE39BD9F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" y="3164888"/>
            <a:ext cx="923277" cy="9232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31" name="Рисунок 30">
            <a:hlinkClick r:id="rId12" action="ppaction://hlinksldjump"/>
            <a:extLst>
              <a:ext uri="{FF2B5EF4-FFF2-40B4-BE49-F238E27FC236}">
                <a16:creationId xmlns:a16="http://schemas.microsoft.com/office/drawing/2014/main" id="{06E54636-0078-D3E7-4A96-DEC812461D61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" y="4088165"/>
            <a:ext cx="923277" cy="923277"/>
          </a:xfrm>
          <a:prstGeom prst="rect">
            <a:avLst/>
          </a:prstGeom>
        </p:spPr>
      </p:pic>
      <p:pic>
        <p:nvPicPr>
          <p:cNvPr id="32" name="Рисунок 31">
            <a:hlinkClick r:id="rId15" action="ppaction://hlinksldjump"/>
            <a:extLst>
              <a:ext uri="{FF2B5EF4-FFF2-40B4-BE49-F238E27FC236}">
                <a16:creationId xmlns:a16="http://schemas.microsoft.com/office/drawing/2014/main" id="{1E176EF1-CF25-5AC2-7EC9-FE54B9E8EDF4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8" y="5011442"/>
            <a:ext cx="923277" cy="923277"/>
          </a:xfrm>
          <a:prstGeom prst="rect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B038206-3C50-1911-515E-A8034C933BDC}"/>
              </a:ext>
            </a:extLst>
          </p:cNvPr>
          <p:cNvSpPr/>
          <p:nvPr/>
        </p:nvSpPr>
        <p:spPr>
          <a:xfrm>
            <a:off x="1025368" y="2241613"/>
            <a:ext cx="45719" cy="9232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A0862702-BF1F-0D4A-D5BF-EFEC225DDD68}"/>
              </a:ext>
            </a:extLst>
          </p:cNvPr>
          <p:cNvGrpSpPr/>
          <p:nvPr/>
        </p:nvGrpSpPr>
        <p:grpSpPr>
          <a:xfrm>
            <a:off x="1278384" y="235346"/>
            <a:ext cx="10520039" cy="829974"/>
            <a:chOff x="1278384" y="235346"/>
            <a:chExt cx="10520039" cy="829974"/>
          </a:xfrm>
        </p:grpSpPr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2932B8FC-6533-F628-1F7A-1D1AC4475542}"/>
                </a:ext>
              </a:extLst>
            </p:cNvPr>
            <p:cNvCxnSpPr/>
            <p:nvPr/>
          </p:nvCxnSpPr>
          <p:spPr>
            <a:xfrm>
              <a:off x="1278384" y="1065320"/>
              <a:ext cx="1052003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54F94166-E13C-6F2F-1BCD-DAF38F3616DE}"/>
                </a:ext>
              </a:extLst>
            </p:cNvPr>
            <p:cNvSpPr/>
            <p:nvPr/>
          </p:nvSpPr>
          <p:spPr>
            <a:xfrm>
              <a:off x="1464816" y="239697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Добавить</a:t>
              </a: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5B7D8CBB-2308-2767-B52D-C706F47173BC}"/>
                </a:ext>
              </a:extLst>
            </p:cNvPr>
            <p:cNvSpPr/>
            <p:nvPr/>
          </p:nvSpPr>
          <p:spPr>
            <a:xfrm>
              <a:off x="4643022" y="235346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Удалить</a:t>
              </a:r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AD80397E-E078-5CEC-7319-01985D741773}"/>
              </a:ext>
            </a:extLst>
          </p:cNvPr>
          <p:cNvGrpSpPr/>
          <p:nvPr/>
        </p:nvGrpSpPr>
        <p:grpSpPr>
          <a:xfrm>
            <a:off x="1464816" y="1695113"/>
            <a:ext cx="9305853" cy="412819"/>
            <a:chOff x="1464816" y="1695113"/>
            <a:chExt cx="9305853" cy="412819"/>
          </a:xfrm>
        </p:grpSpPr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966E7E8B-5856-02EF-AC21-AAA2751D561D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1F3C637-2EEE-3628-AA93-2809A6B50E5B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клиенту</a:t>
              </a: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2AB9E752-52AE-1968-7D97-D9C7FF0AB15C}"/>
              </a:ext>
            </a:extLst>
          </p:cNvPr>
          <p:cNvGrpSpPr/>
          <p:nvPr/>
        </p:nvGrpSpPr>
        <p:grpSpPr>
          <a:xfrm>
            <a:off x="1464816" y="2487827"/>
            <a:ext cx="9305853" cy="412819"/>
            <a:chOff x="1464816" y="1695113"/>
            <a:chExt cx="9305853" cy="412819"/>
          </a:xfrm>
        </p:grpSpPr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12517368-A1F1-2849-3875-21D698E10549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5B3552B-0DD7-3EB9-A42D-506397924D21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клиенту</a:t>
              </a:r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67E4682C-3B36-543C-F784-CEAB54F3FEDC}"/>
              </a:ext>
            </a:extLst>
          </p:cNvPr>
          <p:cNvGrpSpPr/>
          <p:nvPr/>
        </p:nvGrpSpPr>
        <p:grpSpPr>
          <a:xfrm>
            <a:off x="1464816" y="3164888"/>
            <a:ext cx="9305853" cy="412819"/>
            <a:chOff x="1464816" y="1695113"/>
            <a:chExt cx="9305853" cy="412819"/>
          </a:xfrm>
        </p:grpSpPr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68E833FB-EAE4-210A-4218-DB871D8E0975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832E19-9984-AB85-EF58-B36D790916E0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клиенту</a:t>
              </a:r>
            </a:p>
          </p:txBody>
        </p: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45C0F912-0D9F-333E-F5D8-1B8CFA1F59D6}"/>
              </a:ext>
            </a:extLst>
          </p:cNvPr>
          <p:cNvGrpSpPr/>
          <p:nvPr/>
        </p:nvGrpSpPr>
        <p:grpSpPr>
          <a:xfrm>
            <a:off x="1464816" y="3841949"/>
            <a:ext cx="9305853" cy="412819"/>
            <a:chOff x="1464816" y="1695113"/>
            <a:chExt cx="9305853" cy="412819"/>
          </a:xfrm>
        </p:grpSpPr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71BA1911-31CE-D77B-6F6B-45B93BE6F9A9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82CBB08-AB95-6234-BD0F-F0A906DFE493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клиенту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0023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0FC9-C0AC-5BC9-8ABC-4C7658C71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722C6E3-B9DF-CBAF-1AC5-EFCB874F150C}"/>
              </a:ext>
            </a:extLst>
          </p:cNvPr>
          <p:cNvSpPr/>
          <p:nvPr/>
        </p:nvSpPr>
        <p:spPr>
          <a:xfrm>
            <a:off x="0" y="0"/>
            <a:ext cx="10741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32E1E5A-186D-2A74-3AA5-2784301E1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71" t="-26471" r="-38971" b="-26471"/>
          <a:stretch>
            <a:fillRect/>
          </a:stretch>
        </p:blipFill>
        <p:spPr>
          <a:xfrm>
            <a:off x="0" y="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1074198 w 1074198"/>
              <a:gd name="csY1" fmla="*/ 0 h 923278"/>
              <a:gd name="csX2" fmla="*/ 1074198 w 1074198"/>
              <a:gd name="csY2" fmla="*/ 923278 h 923278"/>
              <a:gd name="csX3" fmla="*/ 0 w 1074198"/>
              <a:gd name="csY3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1074198" y="0"/>
                </a:lnTo>
                <a:lnTo>
                  <a:pt x="1074198" y="923278"/>
                </a:lnTo>
                <a:lnTo>
                  <a:pt x="0" y="923278"/>
                </a:lnTo>
                <a:close/>
              </a:path>
            </a:pathLst>
          </a:cu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8F04CB2-C552-5151-BCA8-550DBCFD6C14}"/>
              </a:ext>
            </a:extLst>
          </p:cNvPr>
          <p:cNvSpPr/>
          <p:nvPr/>
        </p:nvSpPr>
        <p:spPr>
          <a:xfrm>
            <a:off x="0" y="2769834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3B5C037-DBFC-B0A0-F18B-C1738E31791A}"/>
              </a:ext>
            </a:extLst>
          </p:cNvPr>
          <p:cNvSpPr/>
          <p:nvPr/>
        </p:nvSpPr>
        <p:spPr>
          <a:xfrm>
            <a:off x="0" y="3693112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9D17CC9-BF0A-37EF-FCD3-3DC030C3801F}"/>
              </a:ext>
            </a:extLst>
          </p:cNvPr>
          <p:cNvSpPr/>
          <p:nvPr/>
        </p:nvSpPr>
        <p:spPr>
          <a:xfrm>
            <a:off x="0" y="4616390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hlinkClick r:id="rId3" action="ppaction://hlinksldjump"/>
            <a:extLst>
              <a:ext uri="{FF2B5EF4-FFF2-40B4-BE49-F238E27FC236}">
                <a16:creationId xmlns:a16="http://schemas.microsoft.com/office/drawing/2014/main" id="{1FA4D0E2-9D36-ECBD-C7EA-F8DE34056AA4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173"/>
          <a:stretch>
            <a:fillRect/>
          </a:stretch>
        </p:blipFill>
        <p:spPr>
          <a:xfrm>
            <a:off x="0" y="1318332"/>
            <a:ext cx="1074198" cy="923278"/>
          </a:xfrm>
          <a:custGeom>
            <a:avLst/>
            <a:gdLst>
              <a:gd name="csX0" fmla="*/ 0 w 998738"/>
              <a:gd name="csY0" fmla="*/ 0 h 923278"/>
              <a:gd name="csX1" fmla="*/ 75460 w 998738"/>
              <a:gd name="csY1" fmla="*/ 0 h 923278"/>
              <a:gd name="csX2" fmla="*/ 998735 w 998738"/>
              <a:gd name="csY2" fmla="*/ 0 h 923278"/>
              <a:gd name="csX3" fmla="*/ 998738 w 998738"/>
              <a:gd name="csY3" fmla="*/ 0 h 923278"/>
              <a:gd name="csX4" fmla="*/ 998738 w 998738"/>
              <a:gd name="csY4" fmla="*/ 923278 h 923278"/>
              <a:gd name="csX5" fmla="*/ 998735 w 998738"/>
              <a:gd name="csY5" fmla="*/ 923278 h 923278"/>
              <a:gd name="csX6" fmla="*/ 75460 w 998738"/>
              <a:gd name="csY6" fmla="*/ 923278 h 923278"/>
              <a:gd name="csX7" fmla="*/ 0 w 99873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8738" h="923278">
                <a:moveTo>
                  <a:pt x="0" y="0"/>
                </a:moveTo>
                <a:lnTo>
                  <a:pt x="75460" y="0"/>
                </a:lnTo>
                <a:lnTo>
                  <a:pt x="998735" y="0"/>
                </a:lnTo>
                <a:lnTo>
                  <a:pt x="998738" y="0"/>
                </a:lnTo>
                <a:lnTo>
                  <a:pt x="998738" y="923278"/>
                </a:lnTo>
                <a:lnTo>
                  <a:pt x="998735" y="923278"/>
                </a:lnTo>
                <a:lnTo>
                  <a:pt x="75460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29" name="Рисунок 28">
            <a:hlinkClick r:id="rId6" action="ppaction://hlinksldjump"/>
            <a:extLst>
              <a:ext uri="{FF2B5EF4-FFF2-40B4-BE49-F238E27FC236}">
                <a16:creationId xmlns:a16="http://schemas.microsoft.com/office/drawing/2014/main" id="{1F90B668-6086-4564-1DD1-B09E9328DEC4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731" r="-9615"/>
          <a:stretch>
            <a:fillRect/>
          </a:stretch>
        </p:blipFill>
        <p:spPr>
          <a:xfrm>
            <a:off x="13314" y="224161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62146 w 1074198"/>
              <a:gd name="csY1" fmla="*/ 0 h 923278"/>
              <a:gd name="csX2" fmla="*/ 985424 w 1074198"/>
              <a:gd name="csY2" fmla="*/ 0 h 923278"/>
              <a:gd name="csX3" fmla="*/ 1074198 w 1074198"/>
              <a:gd name="csY3" fmla="*/ 0 h 923278"/>
              <a:gd name="csX4" fmla="*/ 1074198 w 1074198"/>
              <a:gd name="csY4" fmla="*/ 923278 h 923278"/>
              <a:gd name="csX5" fmla="*/ 985424 w 1074198"/>
              <a:gd name="csY5" fmla="*/ 923278 h 923278"/>
              <a:gd name="csX6" fmla="*/ 62146 w 1074198"/>
              <a:gd name="csY6" fmla="*/ 923278 h 923278"/>
              <a:gd name="csX7" fmla="*/ 0 w 107419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62146" y="0"/>
                </a:lnTo>
                <a:lnTo>
                  <a:pt x="985424" y="0"/>
                </a:lnTo>
                <a:lnTo>
                  <a:pt x="1074198" y="0"/>
                </a:lnTo>
                <a:lnTo>
                  <a:pt x="1074198" y="923278"/>
                </a:lnTo>
                <a:lnTo>
                  <a:pt x="985424" y="923278"/>
                </a:lnTo>
                <a:lnTo>
                  <a:pt x="62146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30" name="Рисунок 29">
            <a:hlinkClick r:id="rId9" action="ppaction://hlinksldjump"/>
            <a:extLst>
              <a:ext uri="{FF2B5EF4-FFF2-40B4-BE49-F238E27FC236}">
                <a16:creationId xmlns:a16="http://schemas.microsoft.com/office/drawing/2014/main" id="{190C422F-9930-2C02-6CCC-CC997992E03A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" y="3164888"/>
            <a:ext cx="923277" cy="9232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31" name="Рисунок 30">
            <a:hlinkClick r:id="rId12" action="ppaction://hlinksldjump"/>
            <a:extLst>
              <a:ext uri="{FF2B5EF4-FFF2-40B4-BE49-F238E27FC236}">
                <a16:creationId xmlns:a16="http://schemas.microsoft.com/office/drawing/2014/main" id="{200664E8-0F32-8CF8-7D0C-909677AD70C8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" y="4088165"/>
            <a:ext cx="923277" cy="923277"/>
          </a:xfrm>
          <a:prstGeom prst="rect">
            <a:avLst/>
          </a:prstGeom>
        </p:spPr>
      </p:pic>
      <p:pic>
        <p:nvPicPr>
          <p:cNvPr id="32" name="Рисунок 31">
            <a:hlinkClick r:id="rId15" action="ppaction://hlinksldjump"/>
            <a:extLst>
              <a:ext uri="{FF2B5EF4-FFF2-40B4-BE49-F238E27FC236}">
                <a16:creationId xmlns:a16="http://schemas.microsoft.com/office/drawing/2014/main" id="{180B3291-6CA7-4BE4-9FE8-5A768BA77C0C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8" y="5011442"/>
            <a:ext cx="923277" cy="923277"/>
          </a:xfrm>
          <a:prstGeom prst="rect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922A931-B752-357A-AF53-116B9FC4DFB6}"/>
              </a:ext>
            </a:extLst>
          </p:cNvPr>
          <p:cNvSpPr/>
          <p:nvPr/>
        </p:nvSpPr>
        <p:spPr>
          <a:xfrm>
            <a:off x="1025368" y="2241613"/>
            <a:ext cx="45719" cy="9232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56B32A40-B1CE-4BB9-F4A3-6956D380618F}"/>
              </a:ext>
            </a:extLst>
          </p:cNvPr>
          <p:cNvGrpSpPr/>
          <p:nvPr/>
        </p:nvGrpSpPr>
        <p:grpSpPr>
          <a:xfrm>
            <a:off x="1278384" y="235346"/>
            <a:ext cx="10520039" cy="829974"/>
            <a:chOff x="1278384" y="235346"/>
            <a:chExt cx="10520039" cy="829974"/>
          </a:xfrm>
        </p:grpSpPr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BAD8B138-CC0C-FC38-520F-F01D092AFC45}"/>
                </a:ext>
              </a:extLst>
            </p:cNvPr>
            <p:cNvCxnSpPr/>
            <p:nvPr/>
          </p:nvCxnSpPr>
          <p:spPr>
            <a:xfrm>
              <a:off x="1278384" y="1065320"/>
              <a:ext cx="1052003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6F2D6C79-69F7-6F63-1AB0-4EC508C9FA0A}"/>
                </a:ext>
              </a:extLst>
            </p:cNvPr>
            <p:cNvSpPr/>
            <p:nvPr/>
          </p:nvSpPr>
          <p:spPr>
            <a:xfrm>
              <a:off x="1464816" y="239697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Добавить</a:t>
              </a: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EDE1BEAA-A6D2-0763-4AE6-03C4F427082A}"/>
                </a:ext>
              </a:extLst>
            </p:cNvPr>
            <p:cNvSpPr/>
            <p:nvPr/>
          </p:nvSpPr>
          <p:spPr>
            <a:xfrm>
              <a:off x="4643022" y="235346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Удалить</a:t>
              </a:r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6878CCAB-B6FD-6875-3819-034A8AB78F62}"/>
              </a:ext>
            </a:extLst>
          </p:cNvPr>
          <p:cNvGrpSpPr/>
          <p:nvPr/>
        </p:nvGrpSpPr>
        <p:grpSpPr>
          <a:xfrm>
            <a:off x="1464816" y="1695113"/>
            <a:ext cx="9305853" cy="412819"/>
            <a:chOff x="1464816" y="1695113"/>
            <a:chExt cx="9305853" cy="412819"/>
          </a:xfrm>
        </p:grpSpPr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AF4FE27A-E1ED-61C1-40DB-D91351BB68F1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DF273C4-78A1-A015-C36C-328F406FD606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клиенту</a:t>
              </a: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927B04E9-28AD-C6F1-3316-6C5A131FA460}"/>
              </a:ext>
            </a:extLst>
          </p:cNvPr>
          <p:cNvGrpSpPr/>
          <p:nvPr/>
        </p:nvGrpSpPr>
        <p:grpSpPr>
          <a:xfrm>
            <a:off x="1464816" y="2487827"/>
            <a:ext cx="9305853" cy="412819"/>
            <a:chOff x="1464816" y="1695113"/>
            <a:chExt cx="9305853" cy="412819"/>
          </a:xfrm>
        </p:grpSpPr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B720A754-A06B-D5B2-1D1A-802D504A396B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4900052-E30A-4BD3-9D76-2DD89CEBB5F2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клиенту</a:t>
              </a:r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39B363C1-C9A9-179F-B81E-1FB191EE330A}"/>
              </a:ext>
            </a:extLst>
          </p:cNvPr>
          <p:cNvGrpSpPr/>
          <p:nvPr/>
        </p:nvGrpSpPr>
        <p:grpSpPr>
          <a:xfrm>
            <a:off x="1464816" y="3164888"/>
            <a:ext cx="9305853" cy="412819"/>
            <a:chOff x="1464816" y="1695113"/>
            <a:chExt cx="9305853" cy="412819"/>
          </a:xfrm>
        </p:grpSpPr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D497D8A6-147A-DEEB-EA77-19B5675778EA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EDDBEC7-B217-7FE9-BF8D-E71FE16C23C1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клиенту</a:t>
              </a:r>
            </a:p>
          </p:txBody>
        </p: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34A80BC3-F069-A8A7-2F25-C95F0FBABD3E}"/>
              </a:ext>
            </a:extLst>
          </p:cNvPr>
          <p:cNvGrpSpPr/>
          <p:nvPr/>
        </p:nvGrpSpPr>
        <p:grpSpPr>
          <a:xfrm>
            <a:off x="1464816" y="3841949"/>
            <a:ext cx="9305853" cy="412819"/>
            <a:chOff x="1464816" y="1695113"/>
            <a:chExt cx="9305853" cy="412819"/>
          </a:xfrm>
        </p:grpSpPr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08AAAE48-5356-AB73-9CB9-531EF3DF3150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21A7C0E-9856-438F-82A1-F39A9047215D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клиенту</a:t>
              </a: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21EE972-8937-63D3-069D-F190F7DA48DA}"/>
              </a:ext>
            </a:extLst>
          </p:cNvPr>
          <p:cNvGrpSpPr/>
          <p:nvPr/>
        </p:nvGrpSpPr>
        <p:grpSpPr>
          <a:xfrm>
            <a:off x="1074198" y="0"/>
            <a:ext cx="11104488" cy="6856568"/>
            <a:chOff x="1074198" y="0"/>
            <a:chExt cx="11104488" cy="6856568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7D946797-AC02-7BC4-D063-E9D42FF13E77}"/>
                </a:ext>
              </a:extLst>
            </p:cNvPr>
            <p:cNvSpPr/>
            <p:nvPr/>
          </p:nvSpPr>
          <p:spPr>
            <a:xfrm>
              <a:off x="1074198" y="0"/>
              <a:ext cx="11104488" cy="6856568"/>
            </a:xfrm>
            <a:prstGeom prst="rect">
              <a:avLst/>
            </a:prstGeom>
            <a:solidFill>
              <a:srgbClr val="A5A5A5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023599CD-FDB2-AC33-569A-2675F0DAB876}"/>
                </a:ext>
              </a:extLst>
            </p:cNvPr>
            <p:cNvGrpSpPr/>
            <p:nvPr/>
          </p:nvGrpSpPr>
          <p:grpSpPr>
            <a:xfrm>
              <a:off x="3892834" y="727200"/>
              <a:ext cx="4616389" cy="5320764"/>
              <a:chOff x="4101483" y="727969"/>
              <a:chExt cx="4616389" cy="5320764"/>
            </a:xfrm>
          </p:grpSpPr>
          <p:sp>
            <p:nvSpPr>
              <p:cNvPr id="5" name="Прямоугольник: скругленные углы 4">
                <a:extLst>
                  <a:ext uri="{FF2B5EF4-FFF2-40B4-BE49-F238E27FC236}">
                    <a16:creationId xmlns:a16="http://schemas.microsoft.com/office/drawing/2014/main" id="{B73DBF8C-1330-1CBE-C397-A2832112A0C8}"/>
                  </a:ext>
                </a:extLst>
              </p:cNvPr>
              <p:cNvSpPr/>
              <p:nvPr/>
            </p:nvSpPr>
            <p:spPr>
              <a:xfrm>
                <a:off x="4101483" y="727969"/>
                <a:ext cx="4616389" cy="532076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6D1E82-066F-A97A-AEEB-3FCB391A1915}"/>
                  </a:ext>
                </a:extLst>
              </p:cNvPr>
              <p:cNvSpPr txBox="1"/>
              <p:nvPr/>
            </p:nvSpPr>
            <p:spPr>
              <a:xfrm>
                <a:off x="4513954" y="1136423"/>
                <a:ext cx="1122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Добавить</a:t>
                </a:r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7B208076-E1B5-425A-0C42-72C05F455A1E}"/>
                  </a:ext>
                </a:extLst>
              </p:cNvPr>
              <p:cNvSpPr/>
              <p:nvPr/>
            </p:nvSpPr>
            <p:spPr>
              <a:xfrm>
                <a:off x="4518734" y="2181689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2231D970-95E6-FD83-0351-FFA3D6655554}"/>
                  </a:ext>
                </a:extLst>
              </p:cNvPr>
              <p:cNvSpPr/>
              <p:nvPr/>
            </p:nvSpPr>
            <p:spPr>
              <a:xfrm>
                <a:off x="4513954" y="2800122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F7619CCB-485C-8C03-EA57-D8CEC48D3E03}"/>
                  </a:ext>
                </a:extLst>
              </p:cNvPr>
              <p:cNvSpPr/>
              <p:nvPr/>
            </p:nvSpPr>
            <p:spPr>
              <a:xfrm>
                <a:off x="4511366" y="3408030"/>
                <a:ext cx="1947119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FE45FA6B-C90A-AF4D-5A38-FD29005BEC7D}"/>
                  </a:ext>
                </a:extLst>
              </p:cNvPr>
              <p:cNvSpPr/>
              <p:nvPr/>
            </p:nvSpPr>
            <p:spPr>
              <a:xfrm>
                <a:off x="6649351" y="3407742"/>
                <a:ext cx="1782986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4E30F536-C888-9F53-B8FD-C8613FA31AC1}"/>
                  </a:ext>
                </a:extLst>
              </p:cNvPr>
              <p:cNvSpPr/>
              <p:nvPr/>
            </p:nvSpPr>
            <p:spPr>
              <a:xfrm>
                <a:off x="4513953" y="4043225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: скругленные углы 11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D9407DC-80E5-2EA1-8A17-60F2D772304F}"/>
                  </a:ext>
                </a:extLst>
              </p:cNvPr>
              <p:cNvSpPr/>
              <p:nvPr/>
            </p:nvSpPr>
            <p:spPr>
              <a:xfrm>
                <a:off x="6973237" y="5131621"/>
                <a:ext cx="1490117" cy="442932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Добавить</a:t>
                </a:r>
              </a:p>
            </p:txBody>
          </p:sp>
          <p:sp>
            <p:nvSpPr>
              <p:cNvPr id="13" name="Прямоугольник: скругленные углы 1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D56B3E29-5F30-5D86-7CE2-16542864BD53}"/>
                  </a:ext>
                </a:extLst>
              </p:cNvPr>
              <p:cNvSpPr/>
              <p:nvPr/>
            </p:nvSpPr>
            <p:spPr>
              <a:xfrm>
                <a:off x="5331534" y="5132249"/>
                <a:ext cx="1490117" cy="442932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Отменить</a:t>
                </a:r>
              </a:p>
            </p:txBody>
          </p:sp>
          <p:sp>
            <p:nvSpPr>
              <p:cNvPr id="14" name="TextBox 13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72FE62F-B313-E814-CF73-C9A49537006D}"/>
                  </a:ext>
                </a:extLst>
              </p:cNvPr>
              <p:cNvSpPr txBox="1"/>
              <p:nvPr/>
            </p:nvSpPr>
            <p:spPr>
              <a:xfrm>
                <a:off x="8099328" y="109438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endParaRPr lang="ru-RU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0154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04C7-4AF6-84CF-1FE9-E2B01692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8EDCA87-7D90-1B86-95CB-FDFFB12CC689}"/>
              </a:ext>
            </a:extLst>
          </p:cNvPr>
          <p:cNvSpPr/>
          <p:nvPr/>
        </p:nvSpPr>
        <p:spPr>
          <a:xfrm>
            <a:off x="0" y="0"/>
            <a:ext cx="10741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95DB47-EBD9-C212-3A6C-0C28D03CC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71" t="-26471" r="-38971" b="-26471"/>
          <a:stretch>
            <a:fillRect/>
          </a:stretch>
        </p:blipFill>
        <p:spPr>
          <a:xfrm>
            <a:off x="0" y="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1074198 w 1074198"/>
              <a:gd name="csY1" fmla="*/ 0 h 923278"/>
              <a:gd name="csX2" fmla="*/ 1074198 w 1074198"/>
              <a:gd name="csY2" fmla="*/ 923278 h 923278"/>
              <a:gd name="csX3" fmla="*/ 0 w 1074198"/>
              <a:gd name="csY3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1074198" y="0"/>
                </a:lnTo>
                <a:lnTo>
                  <a:pt x="1074198" y="923278"/>
                </a:lnTo>
                <a:lnTo>
                  <a:pt x="0" y="923278"/>
                </a:lnTo>
                <a:close/>
              </a:path>
            </a:pathLst>
          </a:cu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E947CA-30B0-8BFD-EE3A-07FA21ABD17F}"/>
              </a:ext>
            </a:extLst>
          </p:cNvPr>
          <p:cNvSpPr/>
          <p:nvPr/>
        </p:nvSpPr>
        <p:spPr>
          <a:xfrm>
            <a:off x="0" y="2769834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9CAB09-10CD-02C0-84C3-1BCA83E8DE77}"/>
              </a:ext>
            </a:extLst>
          </p:cNvPr>
          <p:cNvSpPr/>
          <p:nvPr/>
        </p:nvSpPr>
        <p:spPr>
          <a:xfrm>
            <a:off x="0" y="3693112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64E8020-2181-B9C5-DA40-CF75A725E2BD}"/>
              </a:ext>
            </a:extLst>
          </p:cNvPr>
          <p:cNvSpPr/>
          <p:nvPr/>
        </p:nvSpPr>
        <p:spPr>
          <a:xfrm>
            <a:off x="0" y="4616390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hlinkClick r:id="rId3" action="ppaction://hlinksldjump"/>
            <a:extLst>
              <a:ext uri="{FF2B5EF4-FFF2-40B4-BE49-F238E27FC236}">
                <a16:creationId xmlns:a16="http://schemas.microsoft.com/office/drawing/2014/main" id="{8F784BE0-93B4-4972-1883-48EA513EAEB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173"/>
          <a:stretch>
            <a:fillRect/>
          </a:stretch>
        </p:blipFill>
        <p:spPr>
          <a:xfrm>
            <a:off x="0" y="1318332"/>
            <a:ext cx="1074198" cy="923278"/>
          </a:xfrm>
          <a:custGeom>
            <a:avLst/>
            <a:gdLst>
              <a:gd name="csX0" fmla="*/ 0 w 998738"/>
              <a:gd name="csY0" fmla="*/ 0 h 923278"/>
              <a:gd name="csX1" fmla="*/ 75460 w 998738"/>
              <a:gd name="csY1" fmla="*/ 0 h 923278"/>
              <a:gd name="csX2" fmla="*/ 998735 w 998738"/>
              <a:gd name="csY2" fmla="*/ 0 h 923278"/>
              <a:gd name="csX3" fmla="*/ 998738 w 998738"/>
              <a:gd name="csY3" fmla="*/ 0 h 923278"/>
              <a:gd name="csX4" fmla="*/ 998738 w 998738"/>
              <a:gd name="csY4" fmla="*/ 923278 h 923278"/>
              <a:gd name="csX5" fmla="*/ 998735 w 998738"/>
              <a:gd name="csY5" fmla="*/ 923278 h 923278"/>
              <a:gd name="csX6" fmla="*/ 75460 w 998738"/>
              <a:gd name="csY6" fmla="*/ 923278 h 923278"/>
              <a:gd name="csX7" fmla="*/ 0 w 99873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8738" h="923278">
                <a:moveTo>
                  <a:pt x="0" y="0"/>
                </a:moveTo>
                <a:lnTo>
                  <a:pt x="75460" y="0"/>
                </a:lnTo>
                <a:lnTo>
                  <a:pt x="998735" y="0"/>
                </a:lnTo>
                <a:lnTo>
                  <a:pt x="998738" y="0"/>
                </a:lnTo>
                <a:lnTo>
                  <a:pt x="998738" y="923278"/>
                </a:lnTo>
                <a:lnTo>
                  <a:pt x="998735" y="923278"/>
                </a:lnTo>
                <a:lnTo>
                  <a:pt x="75460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9" name="Рисунок 8">
            <a:hlinkClick r:id="rId6" action="ppaction://hlinksldjump"/>
            <a:extLst>
              <a:ext uri="{FF2B5EF4-FFF2-40B4-BE49-F238E27FC236}">
                <a16:creationId xmlns:a16="http://schemas.microsoft.com/office/drawing/2014/main" id="{8FCC5F81-A644-0DED-BC14-E44E2989BA38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731" r="-9615"/>
          <a:stretch>
            <a:fillRect/>
          </a:stretch>
        </p:blipFill>
        <p:spPr>
          <a:xfrm>
            <a:off x="13314" y="224161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62146 w 1074198"/>
              <a:gd name="csY1" fmla="*/ 0 h 923278"/>
              <a:gd name="csX2" fmla="*/ 985424 w 1074198"/>
              <a:gd name="csY2" fmla="*/ 0 h 923278"/>
              <a:gd name="csX3" fmla="*/ 1074198 w 1074198"/>
              <a:gd name="csY3" fmla="*/ 0 h 923278"/>
              <a:gd name="csX4" fmla="*/ 1074198 w 1074198"/>
              <a:gd name="csY4" fmla="*/ 923278 h 923278"/>
              <a:gd name="csX5" fmla="*/ 985424 w 1074198"/>
              <a:gd name="csY5" fmla="*/ 923278 h 923278"/>
              <a:gd name="csX6" fmla="*/ 62146 w 1074198"/>
              <a:gd name="csY6" fmla="*/ 923278 h 923278"/>
              <a:gd name="csX7" fmla="*/ 0 w 107419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62146" y="0"/>
                </a:lnTo>
                <a:lnTo>
                  <a:pt x="985424" y="0"/>
                </a:lnTo>
                <a:lnTo>
                  <a:pt x="1074198" y="0"/>
                </a:lnTo>
                <a:lnTo>
                  <a:pt x="1074198" y="923278"/>
                </a:lnTo>
                <a:lnTo>
                  <a:pt x="985424" y="923278"/>
                </a:lnTo>
                <a:lnTo>
                  <a:pt x="62146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13" name="Рисунок 12">
            <a:hlinkClick r:id="rId9" action="ppaction://hlinksldjump"/>
            <a:extLst>
              <a:ext uri="{FF2B5EF4-FFF2-40B4-BE49-F238E27FC236}">
                <a16:creationId xmlns:a16="http://schemas.microsoft.com/office/drawing/2014/main" id="{883669A6-B351-6E0F-4B7E-582E0C731955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" y="3164888"/>
            <a:ext cx="923277" cy="9232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14" name="Рисунок 13">
            <a:hlinkClick r:id="rId12" action="ppaction://hlinksldjump"/>
            <a:extLst>
              <a:ext uri="{FF2B5EF4-FFF2-40B4-BE49-F238E27FC236}">
                <a16:creationId xmlns:a16="http://schemas.microsoft.com/office/drawing/2014/main" id="{9DBF4AF2-E1C3-76CD-F73E-ADD41381F676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" y="4088165"/>
            <a:ext cx="923277" cy="923277"/>
          </a:xfrm>
          <a:prstGeom prst="rect">
            <a:avLst/>
          </a:prstGeom>
        </p:spPr>
      </p:pic>
      <p:pic>
        <p:nvPicPr>
          <p:cNvPr id="15" name="Рисунок 14">
            <a:hlinkClick r:id="rId15" action="ppaction://hlinksldjump"/>
            <a:extLst>
              <a:ext uri="{FF2B5EF4-FFF2-40B4-BE49-F238E27FC236}">
                <a16:creationId xmlns:a16="http://schemas.microsoft.com/office/drawing/2014/main" id="{C14F2148-BBC3-79E4-42C4-C308F71F6702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8" y="5011442"/>
            <a:ext cx="923277" cy="923277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5C1E8D3-6B31-B669-C084-689CE05A0B3A}"/>
              </a:ext>
            </a:extLst>
          </p:cNvPr>
          <p:cNvSpPr/>
          <p:nvPr/>
        </p:nvSpPr>
        <p:spPr>
          <a:xfrm>
            <a:off x="1028476" y="3164888"/>
            <a:ext cx="45719" cy="9232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109CF95-DF6B-3D7D-A61A-6BC83F727C80}"/>
              </a:ext>
            </a:extLst>
          </p:cNvPr>
          <p:cNvGrpSpPr/>
          <p:nvPr/>
        </p:nvGrpSpPr>
        <p:grpSpPr>
          <a:xfrm>
            <a:off x="1278384" y="235346"/>
            <a:ext cx="10520039" cy="829974"/>
            <a:chOff x="1278384" y="235346"/>
            <a:chExt cx="10520039" cy="829974"/>
          </a:xfrm>
        </p:grpSpPr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F324C9F8-0B0C-B1AB-6A06-D661BEC027FD}"/>
                </a:ext>
              </a:extLst>
            </p:cNvPr>
            <p:cNvCxnSpPr/>
            <p:nvPr/>
          </p:nvCxnSpPr>
          <p:spPr>
            <a:xfrm>
              <a:off x="1278384" y="1065320"/>
              <a:ext cx="1052003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D2424F67-2275-9D13-C168-29D9DAAC4209}"/>
                </a:ext>
              </a:extLst>
            </p:cNvPr>
            <p:cNvSpPr/>
            <p:nvPr/>
          </p:nvSpPr>
          <p:spPr>
            <a:xfrm>
              <a:off x="1464816" y="239697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Добавить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5C878155-045F-0EF0-646D-6785D1449EE4}"/>
                </a:ext>
              </a:extLst>
            </p:cNvPr>
            <p:cNvSpPr/>
            <p:nvPr/>
          </p:nvSpPr>
          <p:spPr>
            <a:xfrm>
              <a:off x="4643022" y="235346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Удалить</a:t>
              </a:r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F8BFF7BD-B177-BB1B-9507-687DE6144BB6}"/>
              </a:ext>
            </a:extLst>
          </p:cNvPr>
          <p:cNvGrpSpPr/>
          <p:nvPr/>
        </p:nvGrpSpPr>
        <p:grpSpPr>
          <a:xfrm>
            <a:off x="1888008" y="1471476"/>
            <a:ext cx="4341157" cy="2667738"/>
            <a:chOff x="1754843" y="497150"/>
            <a:chExt cx="4341157" cy="2667738"/>
          </a:xfrm>
        </p:grpSpPr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711EC4BD-7645-77C3-6D93-06785C09F13C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61CE639C-BE64-4B90-1B60-BCF5B3CED97E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695DD4EC-BEE9-558C-B1C3-6A6C7A08F9B1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923A349A-824C-6120-C0F3-AF6F713ADC85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54DA866-2685-6D47-5871-B9B4C41ACC6A}"/>
                </a:ext>
              </a:extLst>
            </p:cNvPr>
            <p:cNvSpPr txBox="1"/>
            <p:nvPr/>
          </p:nvSpPr>
          <p:spPr>
            <a:xfrm>
              <a:off x="2453196" y="8941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22237EF-FBC4-2C0A-0AB1-6008E23C49C6}"/>
                </a:ext>
              </a:extLst>
            </p:cNvPr>
            <p:cNvSpPr txBox="1"/>
            <p:nvPr/>
          </p:nvSpPr>
          <p:spPr>
            <a:xfrm>
              <a:off x="2453196" y="14916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240899B-E31D-FFF2-A3BA-85EC49F48554}"/>
                </a:ext>
              </a:extLst>
            </p:cNvPr>
            <p:cNvSpPr txBox="1"/>
            <p:nvPr/>
          </p:nvSpPr>
          <p:spPr>
            <a:xfrm>
              <a:off x="2432482" y="20674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47E6965-6D09-A60B-5EE0-93F9FFF6C698}"/>
                </a:ext>
              </a:extLst>
            </p:cNvPr>
            <p:cNvSpPr txBox="1"/>
            <p:nvPr/>
          </p:nvSpPr>
          <p:spPr>
            <a:xfrm>
              <a:off x="1754843" y="643258"/>
              <a:ext cx="461665" cy="2375522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Понедельник</a:t>
              </a: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BDB64E77-B666-A5C7-FD4B-39E94E6885A3}"/>
              </a:ext>
            </a:extLst>
          </p:cNvPr>
          <p:cNvGrpSpPr/>
          <p:nvPr/>
        </p:nvGrpSpPr>
        <p:grpSpPr>
          <a:xfrm>
            <a:off x="6465853" y="1435965"/>
            <a:ext cx="4341157" cy="2667738"/>
            <a:chOff x="1754843" y="497150"/>
            <a:chExt cx="4341157" cy="2667738"/>
          </a:xfrm>
        </p:grpSpPr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CC4C8E92-22F6-8EAB-C534-6EDA922070AD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8B84CC1E-309A-1011-9E39-8797C16024A7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F07AAED8-8738-9E8A-513D-C163AAB84AC5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EA285CBA-C9D8-F373-6162-B6EB50DE8BA7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CFA8690-3B28-226F-D827-83F38BD3DEB7}"/>
                </a:ext>
              </a:extLst>
            </p:cNvPr>
            <p:cNvSpPr txBox="1"/>
            <p:nvPr/>
          </p:nvSpPr>
          <p:spPr>
            <a:xfrm>
              <a:off x="2392693" y="926929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24F6DB0-B956-2B68-5058-E306F55BDB29}"/>
                </a:ext>
              </a:extLst>
            </p:cNvPr>
            <p:cNvSpPr txBox="1"/>
            <p:nvPr/>
          </p:nvSpPr>
          <p:spPr>
            <a:xfrm>
              <a:off x="2392693" y="1524400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0A30B0-763D-12C3-D28D-BAE348A57D2D}"/>
                </a:ext>
              </a:extLst>
            </p:cNvPr>
            <p:cNvSpPr txBox="1"/>
            <p:nvPr/>
          </p:nvSpPr>
          <p:spPr>
            <a:xfrm>
              <a:off x="2371979" y="2100261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F9781DF-2DC0-2167-E290-6B157AFFEF3D}"/>
                </a:ext>
              </a:extLst>
            </p:cNvPr>
            <p:cNvSpPr txBox="1"/>
            <p:nvPr/>
          </p:nvSpPr>
          <p:spPr>
            <a:xfrm>
              <a:off x="1754843" y="1153654"/>
              <a:ext cx="461665" cy="186512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Вторник</a:t>
              </a:r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BE9EC57D-794C-D4D5-ED1E-EAACB54DE6E4}"/>
              </a:ext>
            </a:extLst>
          </p:cNvPr>
          <p:cNvGrpSpPr/>
          <p:nvPr/>
        </p:nvGrpSpPr>
        <p:grpSpPr>
          <a:xfrm>
            <a:off x="1888008" y="4345743"/>
            <a:ext cx="4341157" cy="2667738"/>
            <a:chOff x="1754843" y="497150"/>
            <a:chExt cx="4341157" cy="2667738"/>
          </a:xfrm>
        </p:grpSpPr>
        <p:sp>
          <p:nvSpPr>
            <p:cNvPr id="58" name="Прямоугольник 57">
              <a:extLst>
                <a:ext uri="{FF2B5EF4-FFF2-40B4-BE49-F238E27FC236}">
                  <a16:creationId xmlns:a16="http://schemas.microsoft.com/office/drawing/2014/main" id="{976CD97F-66BB-879F-1BBB-FD48990A522A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59" name="Прямая соединительная линия 58">
              <a:extLst>
                <a:ext uri="{FF2B5EF4-FFF2-40B4-BE49-F238E27FC236}">
                  <a16:creationId xmlns:a16="http://schemas.microsoft.com/office/drawing/2014/main" id="{D38847AD-2017-86F5-21DF-56E04ABB81FA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121258F0-F0EC-988A-EA36-C1FC0F9BB69F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id="{7009CD9C-CDC4-0AEC-5D75-C30FE5AFAC02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2B60E4D-A3FE-CFAF-0073-F2C75D658CED}"/>
                </a:ext>
              </a:extLst>
            </p:cNvPr>
            <p:cNvSpPr txBox="1"/>
            <p:nvPr/>
          </p:nvSpPr>
          <p:spPr>
            <a:xfrm>
              <a:off x="2453196" y="908938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9FF9C53-E243-E090-DAD0-69E71792E382}"/>
                </a:ext>
              </a:extLst>
            </p:cNvPr>
            <p:cNvSpPr txBox="1"/>
            <p:nvPr/>
          </p:nvSpPr>
          <p:spPr>
            <a:xfrm>
              <a:off x="2453196" y="1506409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D0D5769-FEF6-CBDA-ED4C-860719241CD1}"/>
                </a:ext>
              </a:extLst>
            </p:cNvPr>
            <p:cNvSpPr txBox="1"/>
            <p:nvPr/>
          </p:nvSpPr>
          <p:spPr>
            <a:xfrm>
              <a:off x="2432482" y="2082270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CA080BC-8099-3136-FF4C-A510C2F5DECC}"/>
                </a:ext>
              </a:extLst>
            </p:cNvPr>
            <p:cNvSpPr txBox="1"/>
            <p:nvPr/>
          </p:nvSpPr>
          <p:spPr>
            <a:xfrm>
              <a:off x="1754843" y="1368264"/>
              <a:ext cx="461665" cy="165051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Среда</a:t>
              </a:r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6AC5D8A3-204D-D15E-964A-ACA9A4EB7769}"/>
              </a:ext>
            </a:extLst>
          </p:cNvPr>
          <p:cNvGrpSpPr/>
          <p:nvPr/>
        </p:nvGrpSpPr>
        <p:grpSpPr>
          <a:xfrm>
            <a:off x="6465853" y="4336206"/>
            <a:ext cx="4341157" cy="2667738"/>
            <a:chOff x="1754843" y="497150"/>
            <a:chExt cx="4341157" cy="2667738"/>
          </a:xfrm>
        </p:grpSpPr>
        <p:sp>
          <p:nvSpPr>
            <p:cNvPr id="67" name="Прямоугольник 66">
              <a:extLst>
                <a:ext uri="{FF2B5EF4-FFF2-40B4-BE49-F238E27FC236}">
                  <a16:creationId xmlns:a16="http://schemas.microsoft.com/office/drawing/2014/main" id="{E7DEFC1C-9C10-8948-436A-45651F4C9191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590458A3-CB28-3A47-54A4-D43F1B837D15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>
              <a:extLst>
                <a:ext uri="{FF2B5EF4-FFF2-40B4-BE49-F238E27FC236}">
                  <a16:creationId xmlns:a16="http://schemas.microsoft.com/office/drawing/2014/main" id="{17AFD8E6-04B0-2BBE-439C-762FC58554C7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86A689DD-09AA-6939-7A70-73C123A4C5CF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F12C729-AE54-B042-9D73-34ED3156154C}"/>
                </a:ext>
              </a:extLst>
            </p:cNvPr>
            <p:cNvSpPr txBox="1"/>
            <p:nvPr/>
          </p:nvSpPr>
          <p:spPr>
            <a:xfrm>
              <a:off x="2453196" y="883981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D311125-2B8A-2431-4B57-E69704CD6B28}"/>
                </a:ext>
              </a:extLst>
            </p:cNvPr>
            <p:cNvSpPr txBox="1"/>
            <p:nvPr/>
          </p:nvSpPr>
          <p:spPr>
            <a:xfrm>
              <a:off x="2453196" y="148145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8D7BD58-C98A-F151-0DD0-19A66692CAB1}"/>
                </a:ext>
              </a:extLst>
            </p:cNvPr>
            <p:cNvSpPr txBox="1"/>
            <p:nvPr/>
          </p:nvSpPr>
          <p:spPr>
            <a:xfrm>
              <a:off x="2432482" y="20573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3718B9A-B650-88C8-1C52-F5B47921837F}"/>
                </a:ext>
              </a:extLst>
            </p:cNvPr>
            <p:cNvSpPr txBox="1"/>
            <p:nvPr/>
          </p:nvSpPr>
          <p:spPr>
            <a:xfrm>
              <a:off x="1754843" y="1204116"/>
              <a:ext cx="461665" cy="1814664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Четверг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B8F5283F-C222-AE15-1268-3CEAF0AAD0AA}"/>
              </a:ext>
            </a:extLst>
          </p:cNvPr>
          <p:cNvSpPr txBox="1"/>
          <p:nvPr/>
        </p:nvSpPr>
        <p:spPr>
          <a:xfrm>
            <a:off x="4881855" y="1829457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AF3845-DAA2-CB56-B749-8B4407EC97A1}"/>
              </a:ext>
            </a:extLst>
          </p:cNvPr>
          <p:cNvSpPr txBox="1"/>
          <p:nvPr/>
        </p:nvSpPr>
        <p:spPr>
          <a:xfrm>
            <a:off x="4881854" y="2420840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8C40B42-6244-C8D9-097A-A372A00DD13D}"/>
              </a:ext>
            </a:extLst>
          </p:cNvPr>
          <p:cNvSpPr txBox="1"/>
          <p:nvPr/>
        </p:nvSpPr>
        <p:spPr>
          <a:xfrm>
            <a:off x="4881854" y="3014574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50D4F2-DA38-2F1C-8AC2-3C13A806A451}"/>
              </a:ext>
            </a:extLst>
          </p:cNvPr>
          <p:cNvSpPr txBox="1"/>
          <p:nvPr/>
        </p:nvSpPr>
        <p:spPr>
          <a:xfrm>
            <a:off x="9430752" y="1827818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249A6E8-3FD9-69AD-142F-BC132B49D488}"/>
              </a:ext>
            </a:extLst>
          </p:cNvPr>
          <p:cNvSpPr txBox="1"/>
          <p:nvPr/>
        </p:nvSpPr>
        <p:spPr>
          <a:xfrm>
            <a:off x="9430751" y="2419201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273770C-A5CB-FEA5-29B7-44217D09931C}"/>
              </a:ext>
            </a:extLst>
          </p:cNvPr>
          <p:cNvSpPr txBox="1"/>
          <p:nvPr/>
        </p:nvSpPr>
        <p:spPr>
          <a:xfrm>
            <a:off x="9430751" y="3012935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AC24CC-4BEE-AD92-0BAE-265092A28F27}"/>
              </a:ext>
            </a:extLst>
          </p:cNvPr>
          <p:cNvSpPr txBox="1"/>
          <p:nvPr/>
        </p:nvSpPr>
        <p:spPr>
          <a:xfrm>
            <a:off x="4813118" y="4757531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110FFC-0BEE-1516-ABB1-923E0A2FDF9C}"/>
              </a:ext>
            </a:extLst>
          </p:cNvPr>
          <p:cNvSpPr txBox="1"/>
          <p:nvPr/>
        </p:nvSpPr>
        <p:spPr>
          <a:xfrm>
            <a:off x="4813117" y="5348914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6E83574-EEB9-34CF-CD75-9A64825CC5FB}"/>
              </a:ext>
            </a:extLst>
          </p:cNvPr>
          <p:cNvSpPr txBox="1"/>
          <p:nvPr/>
        </p:nvSpPr>
        <p:spPr>
          <a:xfrm>
            <a:off x="4813117" y="5942648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2EDE8A2-2F9E-3E81-FC1F-F5D60FDB14AD}"/>
              </a:ext>
            </a:extLst>
          </p:cNvPr>
          <p:cNvSpPr txBox="1"/>
          <p:nvPr/>
        </p:nvSpPr>
        <p:spPr>
          <a:xfrm>
            <a:off x="9430752" y="4757531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1AB21B-F4E4-DC91-564D-6B2A9A15BD4E}"/>
              </a:ext>
            </a:extLst>
          </p:cNvPr>
          <p:cNvSpPr txBox="1"/>
          <p:nvPr/>
        </p:nvSpPr>
        <p:spPr>
          <a:xfrm>
            <a:off x="9430751" y="5348914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2FFD6D6-27EF-0A9C-D11A-5DEE6D8F4A7B}"/>
              </a:ext>
            </a:extLst>
          </p:cNvPr>
          <p:cNvSpPr txBox="1"/>
          <p:nvPr/>
        </p:nvSpPr>
        <p:spPr>
          <a:xfrm>
            <a:off x="9430751" y="5942648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7075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3F1F-ACF8-7D89-9863-C2BF9FE5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280A0FD-1958-6921-E299-00C7E7A4525F}"/>
              </a:ext>
            </a:extLst>
          </p:cNvPr>
          <p:cNvSpPr/>
          <p:nvPr/>
        </p:nvSpPr>
        <p:spPr>
          <a:xfrm>
            <a:off x="0" y="0"/>
            <a:ext cx="10741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10EDDC-0D0C-8834-DF09-FFECA9172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71" t="-26471" r="-38971" b="-26471"/>
          <a:stretch>
            <a:fillRect/>
          </a:stretch>
        </p:blipFill>
        <p:spPr>
          <a:xfrm>
            <a:off x="0" y="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1074198 w 1074198"/>
              <a:gd name="csY1" fmla="*/ 0 h 923278"/>
              <a:gd name="csX2" fmla="*/ 1074198 w 1074198"/>
              <a:gd name="csY2" fmla="*/ 923278 h 923278"/>
              <a:gd name="csX3" fmla="*/ 0 w 1074198"/>
              <a:gd name="csY3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1074198" y="0"/>
                </a:lnTo>
                <a:lnTo>
                  <a:pt x="1074198" y="923278"/>
                </a:lnTo>
                <a:lnTo>
                  <a:pt x="0" y="923278"/>
                </a:lnTo>
                <a:close/>
              </a:path>
            </a:pathLst>
          </a:cu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E841574-2A56-B914-D354-AC37A22C6066}"/>
              </a:ext>
            </a:extLst>
          </p:cNvPr>
          <p:cNvSpPr/>
          <p:nvPr/>
        </p:nvSpPr>
        <p:spPr>
          <a:xfrm>
            <a:off x="0" y="2769834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6B3597F-05F6-559A-525F-9DBEC0FF189A}"/>
              </a:ext>
            </a:extLst>
          </p:cNvPr>
          <p:cNvSpPr/>
          <p:nvPr/>
        </p:nvSpPr>
        <p:spPr>
          <a:xfrm>
            <a:off x="0" y="3693112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F64F8E-1E01-28C2-B688-FC4437A616FC}"/>
              </a:ext>
            </a:extLst>
          </p:cNvPr>
          <p:cNvSpPr/>
          <p:nvPr/>
        </p:nvSpPr>
        <p:spPr>
          <a:xfrm>
            <a:off x="0" y="4616390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hlinkClick r:id="rId3" action="ppaction://hlinksldjump"/>
            <a:extLst>
              <a:ext uri="{FF2B5EF4-FFF2-40B4-BE49-F238E27FC236}">
                <a16:creationId xmlns:a16="http://schemas.microsoft.com/office/drawing/2014/main" id="{50EA50E2-AB14-A136-CEE2-49F31C5CB65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173"/>
          <a:stretch>
            <a:fillRect/>
          </a:stretch>
        </p:blipFill>
        <p:spPr>
          <a:xfrm>
            <a:off x="0" y="1318332"/>
            <a:ext cx="1074198" cy="923278"/>
          </a:xfrm>
          <a:custGeom>
            <a:avLst/>
            <a:gdLst>
              <a:gd name="csX0" fmla="*/ 0 w 998738"/>
              <a:gd name="csY0" fmla="*/ 0 h 923278"/>
              <a:gd name="csX1" fmla="*/ 75460 w 998738"/>
              <a:gd name="csY1" fmla="*/ 0 h 923278"/>
              <a:gd name="csX2" fmla="*/ 998735 w 998738"/>
              <a:gd name="csY2" fmla="*/ 0 h 923278"/>
              <a:gd name="csX3" fmla="*/ 998738 w 998738"/>
              <a:gd name="csY3" fmla="*/ 0 h 923278"/>
              <a:gd name="csX4" fmla="*/ 998738 w 998738"/>
              <a:gd name="csY4" fmla="*/ 923278 h 923278"/>
              <a:gd name="csX5" fmla="*/ 998735 w 998738"/>
              <a:gd name="csY5" fmla="*/ 923278 h 923278"/>
              <a:gd name="csX6" fmla="*/ 75460 w 998738"/>
              <a:gd name="csY6" fmla="*/ 923278 h 923278"/>
              <a:gd name="csX7" fmla="*/ 0 w 99873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8738" h="923278">
                <a:moveTo>
                  <a:pt x="0" y="0"/>
                </a:moveTo>
                <a:lnTo>
                  <a:pt x="75460" y="0"/>
                </a:lnTo>
                <a:lnTo>
                  <a:pt x="998735" y="0"/>
                </a:lnTo>
                <a:lnTo>
                  <a:pt x="998738" y="0"/>
                </a:lnTo>
                <a:lnTo>
                  <a:pt x="998738" y="923278"/>
                </a:lnTo>
                <a:lnTo>
                  <a:pt x="998735" y="923278"/>
                </a:lnTo>
                <a:lnTo>
                  <a:pt x="75460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9" name="Рисунок 8">
            <a:hlinkClick r:id="rId6" action="ppaction://hlinksldjump"/>
            <a:extLst>
              <a:ext uri="{FF2B5EF4-FFF2-40B4-BE49-F238E27FC236}">
                <a16:creationId xmlns:a16="http://schemas.microsoft.com/office/drawing/2014/main" id="{8CE9FC8E-AA38-537A-1CD2-F31BDBA8E4C6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731" r="-9615"/>
          <a:stretch>
            <a:fillRect/>
          </a:stretch>
        </p:blipFill>
        <p:spPr>
          <a:xfrm>
            <a:off x="13314" y="224161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62146 w 1074198"/>
              <a:gd name="csY1" fmla="*/ 0 h 923278"/>
              <a:gd name="csX2" fmla="*/ 985424 w 1074198"/>
              <a:gd name="csY2" fmla="*/ 0 h 923278"/>
              <a:gd name="csX3" fmla="*/ 1074198 w 1074198"/>
              <a:gd name="csY3" fmla="*/ 0 h 923278"/>
              <a:gd name="csX4" fmla="*/ 1074198 w 1074198"/>
              <a:gd name="csY4" fmla="*/ 923278 h 923278"/>
              <a:gd name="csX5" fmla="*/ 985424 w 1074198"/>
              <a:gd name="csY5" fmla="*/ 923278 h 923278"/>
              <a:gd name="csX6" fmla="*/ 62146 w 1074198"/>
              <a:gd name="csY6" fmla="*/ 923278 h 923278"/>
              <a:gd name="csX7" fmla="*/ 0 w 107419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62146" y="0"/>
                </a:lnTo>
                <a:lnTo>
                  <a:pt x="985424" y="0"/>
                </a:lnTo>
                <a:lnTo>
                  <a:pt x="1074198" y="0"/>
                </a:lnTo>
                <a:lnTo>
                  <a:pt x="1074198" y="923278"/>
                </a:lnTo>
                <a:lnTo>
                  <a:pt x="985424" y="923278"/>
                </a:lnTo>
                <a:lnTo>
                  <a:pt x="62146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13" name="Рисунок 12">
            <a:hlinkClick r:id="rId9" action="ppaction://hlinksldjump"/>
            <a:extLst>
              <a:ext uri="{FF2B5EF4-FFF2-40B4-BE49-F238E27FC236}">
                <a16:creationId xmlns:a16="http://schemas.microsoft.com/office/drawing/2014/main" id="{C9FF9393-2A30-32B1-C0D1-08B1E31FBAD2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" y="3164888"/>
            <a:ext cx="923277" cy="9232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14" name="Рисунок 13">
            <a:hlinkClick r:id="rId12" action="ppaction://hlinksldjump"/>
            <a:extLst>
              <a:ext uri="{FF2B5EF4-FFF2-40B4-BE49-F238E27FC236}">
                <a16:creationId xmlns:a16="http://schemas.microsoft.com/office/drawing/2014/main" id="{92F7D65A-8618-38A2-5149-2AC7789B9FE3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" y="4088165"/>
            <a:ext cx="923277" cy="923277"/>
          </a:xfrm>
          <a:prstGeom prst="rect">
            <a:avLst/>
          </a:prstGeom>
        </p:spPr>
      </p:pic>
      <p:pic>
        <p:nvPicPr>
          <p:cNvPr id="15" name="Рисунок 14">
            <a:hlinkClick r:id="rId15" action="ppaction://hlinksldjump"/>
            <a:extLst>
              <a:ext uri="{FF2B5EF4-FFF2-40B4-BE49-F238E27FC236}">
                <a16:creationId xmlns:a16="http://schemas.microsoft.com/office/drawing/2014/main" id="{66C5B62D-0D3B-FDDE-F5D2-3645A5FD6748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8" y="5011442"/>
            <a:ext cx="923277" cy="923277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6267E59-593D-911A-95E8-971C201598FE}"/>
              </a:ext>
            </a:extLst>
          </p:cNvPr>
          <p:cNvSpPr/>
          <p:nvPr/>
        </p:nvSpPr>
        <p:spPr>
          <a:xfrm>
            <a:off x="1028476" y="3164888"/>
            <a:ext cx="45719" cy="9232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F0253120-6578-0EEC-3CA5-30B46E54542A}"/>
              </a:ext>
            </a:extLst>
          </p:cNvPr>
          <p:cNvGrpSpPr/>
          <p:nvPr/>
        </p:nvGrpSpPr>
        <p:grpSpPr>
          <a:xfrm>
            <a:off x="1278384" y="235346"/>
            <a:ext cx="10520039" cy="829974"/>
            <a:chOff x="1278384" y="235346"/>
            <a:chExt cx="10520039" cy="829974"/>
          </a:xfrm>
        </p:grpSpPr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14A5DCA5-249E-D713-8AA4-DF57A38F0522}"/>
                </a:ext>
              </a:extLst>
            </p:cNvPr>
            <p:cNvCxnSpPr/>
            <p:nvPr/>
          </p:nvCxnSpPr>
          <p:spPr>
            <a:xfrm>
              <a:off x="1278384" y="1065320"/>
              <a:ext cx="1052003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C82F81AB-DF4F-8CAE-FFDE-5ED3ED5C3B6B}"/>
                </a:ext>
              </a:extLst>
            </p:cNvPr>
            <p:cNvSpPr/>
            <p:nvPr/>
          </p:nvSpPr>
          <p:spPr>
            <a:xfrm>
              <a:off x="1464816" y="239697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Добавить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9354F1F-01E8-1C67-DB10-8B4A766B0876}"/>
                </a:ext>
              </a:extLst>
            </p:cNvPr>
            <p:cNvSpPr/>
            <p:nvPr/>
          </p:nvSpPr>
          <p:spPr>
            <a:xfrm>
              <a:off x="4643022" y="235346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Удалить</a:t>
              </a:r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8A63A6C6-C506-D201-FD0C-3EDD87E103A8}"/>
              </a:ext>
            </a:extLst>
          </p:cNvPr>
          <p:cNvGrpSpPr/>
          <p:nvPr/>
        </p:nvGrpSpPr>
        <p:grpSpPr>
          <a:xfrm>
            <a:off x="1888008" y="1471476"/>
            <a:ext cx="4341157" cy="2667738"/>
            <a:chOff x="1754843" y="497150"/>
            <a:chExt cx="4341157" cy="2667738"/>
          </a:xfrm>
        </p:grpSpPr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0F323BAE-B503-6DA9-9C41-395F36F1BCC3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EBB3FB9B-27AB-2B37-8795-CF82457942D3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467BF08C-C289-C80B-CD13-686D00BD53F9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A9FF007-44A3-9252-4D88-7356A6AAC400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52D1A12-27D0-6D89-78AB-C1DE45580432}"/>
                </a:ext>
              </a:extLst>
            </p:cNvPr>
            <p:cNvSpPr txBox="1"/>
            <p:nvPr/>
          </p:nvSpPr>
          <p:spPr>
            <a:xfrm>
              <a:off x="2453196" y="89414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8B8578A-B2B2-312B-8B21-999A28E65CDB}"/>
                </a:ext>
              </a:extLst>
            </p:cNvPr>
            <p:cNvSpPr txBox="1"/>
            <p:nvPr/>
          </p:nvSpPr>
          <p:spPr>
            <a:xfrm>
              <a:off x="2453196" y="14916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9CAAFF-94ED-D0C9-E039-7D71721123C3}"/>
                </a:ext>
              </a:extLst>
            </p:cNvPr>
            <p:cNvSpPr txBox="1"/>
            <p:nvPr/>
          </p:nvSpPr>
          <p:spPr>
            <a:xfrm>
              <a:off x="2432482" y="206747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EA33326-95A7-83CB-DD56-83BD9ACE68B1}"/>
                </a:ext>
              </a:extLst>
            </p:cNvPr>
            <p:cNvSpPr txBox="1"/>
            <p:nvPr/>
          </p:nvSpPr>
          <p:spPr>
            <a:xfrm>
              <a:off x="1754843" y="643258"/>
              <a:ext cx="461665" cy="2375522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Понедельник</a:t>
              </a: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46588B4E-4080-BFAD-8E01-FA685DA4D0C0}"/>
              </a:ext>
            </a:extLst>
          </p:cNvPr>
          <p:cNvGrpSpPr/>
          <p:nvPr/>
        </p:nvGrpSpPr>
        <p:grpSpPr>
          <a:xfrm>
            <a:off x="6465853" y="1435965"/>
            <a:ext cx="4341157" cy="2667738"/>
            <a:chOff x="1754843" y="497150"/>
            <a:chExt cx="4341157" cy="2667738"/>
          </a:xfrm>
        </p:grpSpPr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FC744D4A-7FE2-65B6-1961-A92487208449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E2236A57-A0EF-C495-39AE-DA8849254A7E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94FD4C2F-D73E-40EB-AD13-C4F113FB8221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499D7E6C-5F99-A110-336E-EF6CD6946179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EEFE220-3E6C-AC65-84C0-C4213030679C}"/>
                </a:ext>
              </a:extLst>
            </p:cNvPr>
            <p:cNvSpPr txBox="1"/>
            <p:nvPr/>
          </p:nvSpPr>
          <p:spPr>
            <a:xfrm>
              <a:off x="2392693" y="926929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AC89A69-2074-737A-FA2F-C42F0F04CC50}"/>
                </a:ext>
              </a:extLst>
            </p:cNvPr>
            <p:cNvSpPr txBox="1"/>
            <p:nvPr/>
          </p:nvSpPr>
          <p:spPr>
            <a:xfrm>
              <a:off x="2392693" y="1524400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2D42CB4-89BA-84B8-0806-DE1076A0E430}"/>
                </a:ext>
              </a:extLst>
            </p:cNvPr>
            <p:cNvSpPr txBox="1"/>
            <p:nvPr/>
          </p:nvSpPr>
          <p:spPr>
            <a:xfrm>
              <a:off x="2371979" y="2100261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AB5F727-BDAB-264F-66DA-2F9D0FAC0DB7}"/>
                </a:ext>
              </a:extLst>
            </p:cNvPr>
            <p:cNvSpPr txBox="1"/>
            <p:nvPr/>
          </p:nvSpPr>
          <p:spPr>
            <a:xfrm>
              <a:off x="1754843" y="1153654"/>
              <a:ext cx="461665" cy="186512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Вторник</a:t>
              </a:r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692C618F-FF5E-5606-376D-488BE1EB3F17}"/>
              </a:ext>
            </a:extLst>
          </p:cNvPr>
          <p:cNvGrpSpPr/>
          <p:nvPr/>
        </p:nvGrpSpPr>
        <p:grpSpPr>
          <a:xfrm>
            <a:off x="1888008" y="4345743"/>
            <a:ext cx="4341157" cy="2667738"/>
            <a:chOff x="1754843" y="497150"/>
            <a:chExt cx="4341157" cy="2667738"/>
          </a:xfrm>
        </p:grpSpPr>
        <p:sp>
          <p:nvSpPr>
            <p:cNvPr id="58" name="Прямоугольник 57">
              <a:extLst>
                <a:ext uri="{FF2B5EF4-FFF2-40B4-BE49-F238E27FC236}">
                  <a16:creationId xmlns:a16="http://schemas.microsoft.com/office/drawing/2014/main" id="{19E9F118-A655-7821-6827-E94BDD38750C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59" name="Прямая соединительная линия 58">
              <a:extLst>
                <a:ext uri="{FF2B5EF4-FFF2-40B4-BE49-F238E27FC236}">
                  <a16:creationId xmlns:a16="http://schemas.microsoft.com/office/drawing/2014/main" id="{25FDBCB4-602D-8490-B90D-80D75CF677E2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03184D54-13F8-0958-AEF4-61854873944C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id="{5450BEE3-2FA1-82A8-7592-B37CF78C9CBC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18AAF29-F2A7-122B-140C-39AC87907E4E}"/>
                </a:ext>
              </a:extLst>
            </p:cNvPr>
            <p:cNvSpPr txBox="1"/>
            <p:nvPr/>
          </p:nvSpPr>
          <p:spPr>
            <a:xfrm>
              <a:off x="2453196" y="908938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B63DE87-D5C7-4112-55DE-51A484AF0B0D}"/>
                </a:ext>
              </a:extLst>
            </p:cNvPr>
            <p:cNvSpPr txBox="1"/>
            <p:nvPr/>
          </p:nvSpPr>
          <p:spPr>
            <a:xfrm>
              <a:off x="2453196" y="1506409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F9B3D32-967B-D135-7C08-48FFB0095C3F}"/>
                </a:ext>
              </a:extLst>
            </p:cNvPr>
            <p:cNvSpPr txBox="1"/>
            <p:nvPr/>
          </p:nvSpPr>
          <p:spPr>
            <a:xfrm>
              <a:off x="2432482" y="2082270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BF9F1D7-BC39-3B6A-CA82-8FC83080D467}"/>
                </a:ext>
              </a:extLst>
            </p:cNvPr>
            <p:cNvSpPr txBox="1"/>
            <p:nvPr/>
          </p:nvSpPr>
          <p:spPr>
            <a:xfrm>
              <a:off x="1754843" y="1368264"/>
              <a:ext cx="461665" cy="165051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Среда</a:t>
              </a:r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7E5312DF-F833-EF62-A392-2EAF08B2222A}"/>
              </a:ext>
            </a:extLst>
          </p:cNvPr>
          <p:cNvGrpSpPr/>
          <p:nvPr/>
        </p:nvGrpSpPr>
        <p:grpSpPr>
          <a:xfrm>
            <a:off x="6465853" y="4336206"/>
            <a:ext cx="4341157" cy="2667738"/>
            <a:chOff x="1754843" y="497150"/>
            <a:chExt cx="4341157" cy="2667738"/>
          </a:xfrm>
        </p:grpSpPr>
        <p:sp>
          <p:nvSpPr>
            <p:cNvPr id="67" name="Прямоугольник 66">
              <a:extLst>
                <a:ext uri="{FF2B5EF4-FFF2-40B4-BE49-F238E27FC236}">
                  <a16:creationId xmlns:a16="http://schemas.microsoft.com/office/drawing/2014/main" id="{930EF6A9-621F-3572-E53D-A315E1F8AFD3}"/>
                </a:ext>
              </a:extLst>
            </p:cNvPr>
            <p:cNvSpPr/>
            <p:nvPr/>
          </p:nvSpPr>
          <p:spPr>
            <a:xfrm>
              <a:off x="2175029" y="497150"/>
              <a:ext cx="3920971" cy="266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8F701237-D994-28BB-D14F-0CE710D2144C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82" y="1242874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>
              <a:extLst>
                <a:ext uri="{FF2B5EF4-FFF2-40B4-BE49-F238E27FC236}">
                  <a16:creationId xmlns:a16="http://schemas.microsoft.com/office/drawing/2014/main" id="{478582C1-283E-843D-C561-155A4CE64FFB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1831019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C66142C0-3881-28C5-CF9C-2617F50D7845}"/>
                </a:ext>
              </a:extLst>
            </p:cNvPr>
            <p:cNvCxnSpPr>
              <a:cxnSpLocks/>
            </p:cNvCxnSpPr>
            <p:nvPr/>
          </p:nvCxnSpPr>
          <p:spPr>
            <a:xfrm>
              <a:off x="2453196" y="2416206"/>
              <a:ext cx="3364636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89007ED-E0AC-1CA6-02F5-8889D42DA6F9}"/>
                </a:ext>
              </a:extLst>
            </p:cNvPr>
            <p:cNvSpPr txBox="1"/>
            <p:nvPr/>
          </p:nvSpPr>
          <p:spPr>
            <a:xfrm>
              <a:off x="2453196" y="883981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</a:t>
              </a:r>
              <a:r>
                <a:rPr lang="ru-RU" dirty="0"/>
                <a:t>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E1F2588-1D7C-D25B-59D9-7F0ABA209FE1}"/>
                </a:ext>
              </a:extLst>
            </p:cNvPr>
            <p:cNvSpPr txBox="1"/>
            <p:nvPr/>
          </p:nvSpPr>
          <p:spPr>
            <a:xfrm>
              <a:off x="2453196" y="1481452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#2</a:t>
              </a:r>
              <a:endParaRPr lang="ru-RU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731FFE4-A415-E133-B2BF-89356E652EB3}"/>
                </a:ext>
              </a:extLst>
            </p:cNvPr>
            <p:cNvSpPr txBox="1"/>
            <p:nvPr/>
          </p:nvSpPr>
          <p:spPr>
            <a:xfrm>
              <a:off x="2432482" y="2057313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Задача </a:t>
              </a:r>
              <a:r>
                <a:rPr lang="en-US" dirty="0"/>
                <a:t>#3</a:t>
              </a:r>
              <a:endParaRPr lang="ru-RU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9AAD9B4-F516-93F9-61EB-9566DC39B039}"/>
                </a:ext>
              </a:extLst>
            </p:cNvPr>
            <p:cNvSpPr txBox="1"/>
            <p:nvPr/>
          </p:nvSpPr>
          <p:spPr>
            <a:xfrm>
              <a:off x="1754843" y="1204116"/>
              <a:ext cx="461665" cy="1814664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ru-RU" dirty="0"/>
                <a:t>ДД.ММ </a:t>
              </a:r>
              <a:r>
                <a:rPr lang="en-US" dirty="0"/>
                <a:t>| </a:t>
              </a:r>
              <a:r>
                <a:rPr lang="ru-RU" dirty="0"/>
                <a:t>Четверг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3F5329C6-EB42-18CE-47B8-C8F6872BB165}"/>
              </a:ext>
            </a:extLst>
          </p:cNvPr>
          <p:cNvSpPr txBox="1"/>
          <p:nvPr/>
        </p:nvSpPr>
        <p:spPr>
          <a:xfrm>
            <a:off x="4881855" y="1829457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D4DCB5-5B2E-4541-C0F1-82D4596CB062}"/>
              </a:ext>
            </a:extLst>
          </p:cNvPr>
          <p:cNvSpPr txBox="1"/>
          <p:nvPr/>
        </p:nvSpPr>
        <p:spPr>
          <a:xfrm>
            <a:off x="4881854" y="2420840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2B8226F-0A6F-32AF-8393-A1112B3B5CC9}"/>
              </a:ext>
            </a:extLst>
          </p:cNvPr>
          <p:cNvSpPr txBox="1"/>
          <p:nvPr/>
        </p:nvSpPr>
        <p:spPr>
          <a:xfrm>
            <a:off x="4881854" y="3014574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CFD6D8-BE60-BB1C-AA12-BE93D5C41B89}"/>
              </a:ext>
            </a:extLst>
          </p:cNvPr>
          <p:cNvSpPr txBox="1"/>
          <p:nvPr/>
        </p:nvSpPr>
        <p:spPr>
          <a:xfrm>
            <a:off x="9430752" y="1827818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C69BB67-1171-341F-4E28-1D151BDF46E3}"/>
              </a:ext>
            </a:extLst>
          </p:cNvPr>
          <p:cNvSpPr txBox="1"/>
          <p:nvPr/>
        </p:nvSpPr>
        <p:spPr>
          <a:xfrm>
            <a:off x="9430751" y="2419201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BC32DC8-D54F-7898-20DC-2613F8F8353C}"/>
              </a:ext>
            </a:extLst>
          </p:cNvPr>
          <p:cNvSpPr txBox="1"/>
          <p:nvPr/>
        </p:nvSpPr>
        <p:spPr>
          <a:xfrm>
            <a:off x="9430751" y="3012935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CC37E9-AFA7-35C0-1B9B-EBA0AB3170D6}"/>
              </a:ext>
            </a:extLst>
          </p:cNvPr>
          <p:cNvSpPr txBox="1"/>
          <p:nvPr/>
        </p:nvSpPr>
        <p:spPr>
          <a:xfrm>
            <a:off x="4813118" y="4757531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7FA37FA-75D5-E748-2AE5-5FD2C189D1B1}"/>
              </a:ext>
            </a:extLst>
          </p:cNvPr>
          <p:cNvSpPr txBox="1"/>
          <p:nvPr/>
        </p:nvSpPr>
        <p:spPr>
          <a:xfrm>
            <a:off x="4813117" y="5348914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9ADD582-2E96-A237-7494-A35DA7DBB8BA}"/>
              </a:ext>
            </a:extLst>
          </p:cNvPr>
          <p:cNvSpPr txBox="1"/>
          <p:nvPr/>
        </p:nvSpPr>
        <p:spPr>
          <a:xfrm>
            <a:off x="4813117" y="5942648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579016-2EA7-A7F2-E416-F18674A1C69E}"/>
              </a:ext>
            </a:extLst>
          </p:cNvPr>
          <p:cNvSpPr txBox="1"/>
          <p:nvPr/>
        </p:nvSpPr>
        <p:spPr>
          <a:xfrm>
            <a:off x="9430752" y="4757531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7200FDD-0C95-3BC1-0A75-22836779CB1B}"/>
              </a:ext>
            </a:extLst>
          </p:cNvPr>
          <p:cNvSpPr txBox="1"/>
          <p:nvPr/>
        </p:nvSpPr>
        <p:spPr>
          <a:xfrm>
            <a:off x="9430751" y="5348914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72B7A8-D4C3-30A1-E28D-19EB4B2F33E3}"/>
              </a:ext>
            </a:extLst>
          </p:cNvPr>
          <p:cNvSpPr txBox="1"/>
          <p:nvPr/>
        </p:nvSpPr>
        <p:spPr>
          <a:xfrm>
            <a:off x="9430751" y="5942648"/>
            <a:ext cx="111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Мастер </a:t>
            </a:r>
            <a:r>
              <a:rPr lang="en-US" dirty="0"/>
              <a:t>N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4E60043-1B0E-442A-398E-3C6D2662EE89}"/>
              </a:ext>
            </a:extLst>
          </p:cNvPr>
          <p:cNvGrpSpPr/>
          <p:nvPr/>
        </p:nvGrpSpPr>
        <p:grpSpPr>
          <a:xfrm>
            <a:off x="1074198" y="0"/>
            <a:ext cx="11104488" cy="6856568"/>
            <a:chOff x="1074198" y="0"/>
            <a:chExt cx="11104488" cy="6856568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63B690C3-7DC1-ADEF-36C5-D533FE768558}"/>
                </a:ext>
              </a:extLst>
            </p:cNvPr>
            <p:cNvSpPr/>
            <p:nvPr/>
          </p:nvSpPr>
          <p:spPr>
            <a:xfrm>
              <a:off x="1074198" y="0"/>
              <a:ext cx="11104488" cy="6856568"/>
            </a:xfrm>
            <a:prstGeom prst="rect">
              <a:avLst/>
            </a:prstGeom>
            <a:solidFill>
              <a:srgbClr val="A5A5A5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EC785A70-6744-7778-5452-532EFAFD52BC}"/>
                </a:ext>
              </a:extLst>
            </p:cNvPr>
            <p:cNvGrpSpPr/>
            <p:nvPr/>
          </p:nvGrpSpPr>
          <p:grpSpPr>
            <a:xfrm>
              <a:off x="3892834" y="727200"/>
              <a:ext cx="4616389" cy="5320764"/>
              <a:chOff x="4101483" y="727969"/>
              <a:chExt cx="4616389" cy="5320764"/>
            </a:xfrm>
          </p:grpSpPr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C2279CAB-B71B-8A97-5ADE-53B39587640E}"/>
                  </a:ext>
                </a:extLst>
              </p:cNvPr>
              <p:cNvSpPr/>
              <p:nvPr/>
            </p:nvSpPr>
            <p:spPr>
              <a:xfrm>
                <a:off x="4101483" y="727969"/>
                <a:ext cx="4616389" cy="532076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934D61-CB22-CA9D-0AB4-FBA5D9293A47}"/>
                  </a:ext>
                </a:extLst>
              </p:cNvPr>
              <p:cNvSpPr txBox="1"/>
              <p:nvPr/>
            </p:nvSpPr>
            <p:spPr>
              <a:xfrm>
                <a:off x="4513954" y="1136423"/>
                <a:ext cx="1122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Добавить</a:t>
                </a:r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D44BCC64-05E8-E96B-0804-FE8457D0FB1F}"/>
                  </a:ext>
                </a:extLst>
              </p:cNvPr>
              <p:cNvSpPr/>
              <p:nvPr/>
            </p:nvSpPr>
            <p:spPr>
              <a:xfrm>
                <a:off x="4518734" y="2181689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E2FC43D9-3215-FAE5-0E80-BBA2AADBF9C3}"/>
                  </a:ext>
                </a:extLst>
              </p:cNvPr>
              <p:cNvSpPr/>
              <p:nvPr/>
            </p:nvSpPr>
            <p:spPr>
              <a:xfrm>
                <a:off x="4513954" y="2800122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B8524C39-4D81-ABD7-6FC9-E7675940DF9D}"/>
                  </a:ext>
                </a:extLst>
              </p:cNvPr>
              <p:cNvSpPr/>
              <p:nvPr/>
            </p:nvSpPr>
            <p:spPr>
              <a:xfrm>
                <a:off x="4511366" y="3408030"/>
                <a:ext cx="1947119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271B57F1-AA8B-6A20-5E7C-E6EA95D21E16}"/>
                  </a:ext>
                </a:extLst>
              </p:cNvPr>
              <p:cNvSpPr/>
              <p:nvPr/>
            </p:nvSpPr>
            <p:spPr>
              <a:xfrm>
                <a:off x="6649351" y="3407742"/>
                <a:ext cx="1782986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036D488-A881-E03B-96DE-FDE91F337445}"/>
                  </a:ext>
                </a:extLst>
              </p:cNvPr>
              <p:cNvSpPr/>
              <p:nvPr/>
            </p:nvSpPr>
            <p:spPr>
              <a:xfrm>
                <a:off x="4513953" y="4043225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: скругленные углы 26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E17F70A0-F4C6-C649-9BAB-F95A8B9F1ED2}"/>
                  </a:ext>
                </a:extLst>
              </p:cNvPr>
              <p:cNvSpPr/>
              <p:nvPr/>
            </p:nvSpPr>
            <p:spPr>
              <a:xfrm>
                <a:off x="6973237" y="5131621"/>
                <a:ext cx="1490117" cy="442932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Добавить</a:t>
                </a:r>
              </a:p>
            </p:txBody>
          </p:sp>
          <p:sp>
            <p:nvSpPr>
              <p:cNvPr id="28" name="Прямоугольник: скругленные углы 2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6F27D7F7-8175-0B4F-5B7C-1F9A5EB56B07}"/>
                  </a:ext>
                </a:extLst>
              </p:cNvPr>
              <p:cNvSpPr/>
              <p:nvPr/>
            </p:nvSpPr>
            <p:spPr>
              <a:xfrm>
                <a:off x="5331534" y="5132249"/>
                <a:ext cx="1490117" cy="442932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Отменить</a:t>
                </a:r>
              </a:p>
            </p:txBody>
          </p:sp>
          <p:sp>
            <p:nvSpPr>
              <p:cNvPr id="29" name="TextBox 2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D66CA3F6-9B90-A4EF-A73E-8F805AA98C26}"/>
                  </a:ext>
                </a:extLst>
              </p:cNvPr>
              <p:cNvSpPr txBox="1"/>
              <p:nvPr/>
            </p:nvSpPr>
            <p:spPr>
              <a:xfrm>
                <a:off x="8099328" y="109438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endParaRPr lang="ru-RU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72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616D1-8EC3-F271-7DCA-6CBD0356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BEDEB5-6EFC-8B86-04C2-739ED71B49D0}"/>
              </a:ext>
            </a:extLst>
          </p:cNvPr>
          <p:cNvSpPr/>
          <p:nvPr/>
        </p:nvSpPr>
        <p:spPr>
          <a:xfrm>
            <a:off x="0" y="0"/>
            <a:ext cx="10741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6486736-F382-56F8-9C7D-244463D55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71" t="-26471" r="-38971" b="-26471"/>
          <a:stretch>
            <a:fillRect/>
          </a:stretch>
        </p:blipFill>
        <p:spPr>
          <a:xfrm>
            <a:off x="0" y="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1074198 w 1074198"/>
              <a:gd name="csY1" fmla="*/ 0 h 923278"/>
              <a:gd name="csX2" fmla="*/ 1074198 w 1074198"/>
              <a:gd name="csY2" fmla="*/ 923278 h 923278"/>
              <a:gd name="csX3" fmla="*/ 0 w 1074198"/>
              <a:gd name="csY3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1074198" y="0"/>
                </a:lnTo>
                <a:lnTo>
                  <a:pt x="1074198" y="923278"/>
                </a:lnTo>
                <a:lnTo>
                  <a:pt x="0" y="923278"/>
                </a:lnTo>
                <a:close/>
              </a:path>
            </a:pathLst>
          </a:cu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8866AE9-15B6-D614-0575-52D60B6DE177}"/>
              </a:ext>
            </a:extLst>
          </p:cNvPr>
          <p:cNvSpPr/>
          <p:nvPr/>
        </p:nvSpPr>
        <p:spPr>
          <a:xfrm>
            <a:off x="0" y="2769834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A40C3BB-48CE-DFE3-9A99-5E642814A306}"/>
              </a:ext>
            </a:extLst>
          </p:cNvPr>
          <p:cNvSpPr/>
          <p:nvPr/>
        </p:nvSpPr>
        <p:spPr>
          <a:xfrm>
            <a:off x="0" y="3693112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F5CE833-E39C-5279-C82A-41DED884519C}"/>
              </a:ext>
            </a:extLst>
          </p:cNvPr>
          <p:cNvSpPr/>
          <p:nvPr/>
        </p:nvSpPr>
        <p:spPr>
          <a:xfrm>
            <a:off x="0" y="4616390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hlinkClick r:id="rId3" action="ppaction://hlinksldjump"/>
            <a:extLst>
              <a:ext uri="{FF2B5EF4-FFF2-40B4-BE49-F238E27FC236}">
                <a16:creationId xmlns:a16="http://schemas.microsoft.com/office/drawing/2014/main" id="{19EEEA05-07F4-31C6-912B-5F835388DBE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173"/>
          <a:stretch>
            <a:fillRect/>
          </a:stretch>
        </p:blipFill>
        <p:spPr>
          <a:xfrm>
            <a:off x="0" y="1318332"/>
            <a:ext cx="1074198" cy="923278"/>
          </a:xfrm>
          <a:custGeom>
            <a:avLst/>
            <a:gdLst>
              <a:gd name="csX0" fmla="*/ 0 w 998738"/>
              <a:gd name="csY0" fmla="*/ 0 h 923278"/>
              <a:gd name="csX1" fmla="*/ 75460 w 998738"/>
              <a:gd name="csY1" fmla="*/ 0 h 923278"/>
              <a:gd name="csX2" fmla="*/ 998735 w 998738"/>
              <a:gd name="csY2" fmla="*/ 0 h 923278"/>
              <a:gd name="csX3" fmla="*/ 998738 w 998738"/>
              <a:gd name="csY3" fmla="*/ 0 h 923278"/>
              <a:gd name="csX4" fmla="*/ 998738 w 998738"/>
              <a:gd name="csY4" fmla="*/ 923278 h 923278"/>
              <a:gd name="csX5" fmla="*/ 998735 w 998738"/>
              <a:gd name="csY5" fmla="*/ 923278 h 923278"/>
              <a:gd name="csX6" fmla="*/ 75460 w 998738"/>
              <a:gd name="csY6" fmla="*/ 923278 h 923278"/>
              <a:gd name="csX7" fmla="*/ 0 w 99873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8738" h="923278">
                <a:moveTo>
                  <a:pt x="0" y="0"/>
                </a:moveTo>
                <a:lnTo>
                  <a:pt x="75460" y="0"/>
                </a:lnTo>
                <a:lnTo>
                  <a:pt x="998735" y="0"/>
                </a:lnTo>
                <a:lnTo>
                  <a:pt x="998738" y="0"/>
                </a:lnTo>
                <a:lnTo>
                  <a:pt x="998738" y="923278"/>
                </a:lnTo>
                <a:lnTo>
                  <a:pt x="998735" y="923278"/>
                </a:lnTo>
                <a:lnTo>
                  <a:pt x="75460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29" name="Рисунок 28">
            <a:hlinkClick r:id="rId6" action="ppaction://hlinksldjump"/>
            <a:extLst>
              <a:ext uri="{FF2B5EF4-FFF2-40B4-BE49-F238E27FC236}">
                <a16:creationId xmlns:a16="http://schemas.microsoft.com/office/drawing/2014/main" id="{29F81AAD-9675-FED2-40E0-C8BA5609C846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731" r="-9615"/>
          <a:stretch>
            <a:fillRect/>
          </a:stretch>
        </p:blipFill>
        <p:spPr>
          <a:xfrm>
            <a:off x="13314" y="224161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62146 w 1074198"/>
              <a:gd name="csY1" fmla="*/ 0 h 923278"/>
              <a:gd name="csX2" fmla="*/ 985424 w 1074198"/>
              <a:gd name="csY2" fmla="*/ 0 h 923278"/>
              <a:gd name="csX3" fmla="*/ 1074198 w 1074198"/>
              <a:gd name="csY3" fmla="*/ 0 h 923278"/>
              <a:gd name="csX4" fmla="*/ 1074198 w 1074198"/>
              <a:gd name="csY4" fmla="*/ 923278 h 923278"/>
              <a:gd name="csX5" fmla="*/ 985424 w 1074198"/>
              <a:gd name="csY5" fmla="*/ 923278 h 923278"/>
              <a:gd name="csX6" fmla="*/ 62146 w 1074198"/>
              <a:gd name="csY6" fmla="*/ 923278 h 923278"/>
              <a:gd name="csX7" fmla="*/ 0 w 107419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62146" y="0"/>
                </a:lnTo>
                <a:lnTo>
                  <a:pt x="985424" y="0"/>
                </a:lnTo>
                <a:lnTo>
                  <a:pt x="1074198" y="0"/>
                </a:lnTo>
                <a:lnTo>
                  <a:pt x="1074198" y="923278"/>
                </a:lnTo>
                <a:lnTo>
                  <a:pt x="985424" y="923278"/>
                </a:lnTo>
                <a:lnTo>
                  <a:pt x="62146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30" name="Рисунок 29">
            <a:hlinkClick r:id="rId9" action="ppaction://hlinksldjump"/>
            <a:extLst>
              <a:ext uri="{FF2B5EF4-FFF2-40B4-BE49-F238E27FC236}">
                <a16:creationId xmlns:a16="http://schemas.microsoft.com/office/drawing/2014/main" id="{46244A52-6AC9-17DE-1075-9077208CFB9F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" y="3164888"/>
            <a:ext cx="923277" cy="9232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31" name="Рисунок 30">
            <a:hlinkClick r:id="rId12" action="ppaction://hlinksldjump"/>
            <a:extLst>
              <a:ext uri="{FF2B5EF4-FFF2-40B4-BE49-F238E27FC236}">
                <a16:creationId xmlns:a16="http://schemas.microsoft.com/office/drawing/2014/main" id="{C95E6FC1-0CBE-B3AC-1EE9-F70A5C51408F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" y="4088165"/>
            <a:ext cx="923277" cy="923277"/>
          </a:xfrm>
          <a:prstGeom prst="rect">
            <a:avLst/>
          </a:prstGeom>
        </p:spPr>
      </p:pic>
      <p:pic>
        <p:nvPicPr>
          <p:cNvPr id="32" name="Рисунок 31">
            <a:hlinkClick r:id="rId15" action="ppaction://hlinksldjump"/>
            <a:extLst>
              <a:ext uri="{FF2B5EF4-FFF2-40B4-BE49-F238E27FC236}">
                <a16:creationId xmlns:a16="http://schemas.microsoft.com/office/drawing/2014/main" id="{C0DD2ABC-A22F-D065-67C9-1EC7D568A532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8" y="5011442"/>
            <a:ext cx="923277" cy="923277"/>
          </a:xfrm>
          <a:prstGeom prst="rect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F37A734-BFE1-4862-CBB8-6AB773044F29}"/>
              </a:ext>
            </a:extLst>
          </p:cNvPr>
          <p:cNvSpPr/>
          <p:nvPr/>
        </p:nvSpPr>
        <p:spPr>
          <a:xfrm>
            <a:off x="1020264" y="4088167"/>
            <a:ext cx="45719" cy="9232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132A4ECE-082A-F575-EA8F-06CD1A9A61F3}"/>
              </a:ext>
            </a:extLst>
          </p:cNvPr>
          <p:cNvGrpSpPr/>
          <p:nvPr/>
        </p:nvGrpSpPr>
        <p:grpSpPr>
          <a:xfrm>
            <a:off x="1278384" y="235346"/>
            <a:ext cx="10520039" cy="829974"/>
            <a:chOff x="1278384" y="235346"/>
            <a:chExt cx="10520039" cy="829974"/>
          </a:xfrm>
        </p:grpSpPr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D6FFC0AF-9644-19AC-083B-DCB922C78C5D}"/>
                </a:ext>
              </a:extLst>
            </p:cNvPr>
            <p:cNvCxnSpPr/>
            <p:nvPr/>
          </p:nvCxnSpPr>
          <p:spPr>
            <a:xfrm>
              <a:off x="1278384" y="1065320"/>
              <a:ext cx="1052003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C864FD4E-4A28-DEDA-22D0-373F3D5E203D}"/>
                </a:ext>
              </a:extLst>
            </p:cNvPr>
            <p:cNvSpPr/>
            <p:nvPr/>
          </p:nvSpPr>
          <p:spPr>
            <a:xfrm>
              <a:off x="1464816" y="239697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Добавить</a:t>
              </a: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A8E74957-1CB2-8C7C-65C6-0C07B39AAB82}"/>
                </a:ext>
              </a:extLst>
            </p:cNvPr>
            <p:cNvSpPr/>
            <p:nvPr/>
          </p:nvSpPr>
          <p:spPr>
            <a:xfrm>
              <a:off x="4643022" y="235346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Удалить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01A03DFE-EF47-3123-4984-4B7AF89129BA}"/>
              </a:ext>
            </a:extLst>
          </p:cNvPr>
          <p:cNvGrpSpPr/>
          <p:nvPr/>
        </p:nvGrpSpPr>
        <p:grpSpPr>
          <a:xfrm>
            <a:off x="1464816" y="1695113"/>
            <a:ext cx="9305853" cy="412819"/>
            <a:chOff x="1464816" y="1695113"/>
            <a:chExt cx="9305853" cy="412819"/>
          </a:xfrm>
        </p:grpSpPr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3434FE36-C1BA-F4A8-E4E3-47F509261CF2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9499E85-6188-3573-CE6C-495D6814224D}"/>
                </a:ext>
              </a:extLst>
            </p:cNvPr>
            <p:cNvSpPr txBox="1"/>
            <p:nvPr/>
          </p:nvSpPr>
          <p:spPr>
            <a:xfrm>
              <a:off x="1464816" y="1695113"/>
              <a:ext cx="2607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мастеру</a:t>
              </a:r>
            </a:p>
          </p:txBody>
        </p:sp>
      </p:grp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09FE0836-A596-7303-2E42-A508A8282EAF}"/>
              </a:ext>
            </a:extLst>
          </p:cNvPr>
          <p:cNvGrpSpPr/>
          <p:nvPr/>
        </p:nvGrpSpPr>
        <p:grpSpPr>
          <a:xfrm>
            <a:off x="1464816" y="2487827"/>
            <a:ext cx="9305853" cy="412819"/>
            <a:chOff x="1464816" y="1695113"/>
            <a:chExt cx="9305853" cy="412819"/>
          </a:xfrm>
        </p:grpSpPr>
        <p:cxnSp>
          <p:nvCxnSpPr>
            <p:cNvPr id="90" name="Прямая соединительная линия 89">
              <a:extLst>
                <a:ext uri="{FF2B5EF4-FFF2-40B4-BE49-F238E27FC236}">
                  <a16:creationId xmlns:a16="http://schemas.microsoft.com/office/drawing/2014/main" id="{0619C1C7-A173-2272-CF75-FA6570EE46D4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8578F79-A812-7BE8-667C-1B6D19E5626B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мастеру</a:t>
              </a: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DC15DC4E-5578-477F-40B6-4F1D7FE88BE0}"/>
              </a:ext>
            </a:extLst>
          </p:cNvPr>
          <p:cNvGrpSpPr/>
          <p:nvPr/>
        </p:nvGrpSpPr>
        <p:grpSpPr>
          <a:xfrm>
            <a:off x="1464816" y="3164888"/>
            <a:ext cx="9305853" cy="412819"/>
            <a:chOff x="1464816" y="1695113"/>
            <a:chExt cx="9305853" cy="412819"/>
          </a:xfrm>
        </p:grpSpPr>
        <p:cxnSp>
          <p:nvCxnSpPr>
            <p:cNvPr id="93" name="Прямая соединительная линия 92">
              <a:extLst>
                <a:ext uri="{FF2B5EF4-FFF2-40B4-BE49-F238E27FC236}">
                  <a16:creationId xmlns:a16="http://schemas.microsoft.com/office/drawing/2014/main" id="{CD639BBD-8749-F57C-A1F1-933970086A81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E98AC5B-29E8-672A-809B-4038715A773E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мастеру</a:t>
              </a: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A4D67BFE-2997-209F-347E-54C239A60FD8}"/>
              </a:ext>
            </a:extLst>
          </p:cNvPr>
          <p:cNvGrpSpPr/>
          <p:nvPr/>
        </p:nvGrpSpPr>
        <p:grpSpPr>
          <a:xfrm>
            <a:off x="1464816" y="3841949"/>
            <a:ext cx="9305853" cy="412819"/>
            <a:chOff x="1464816" y="1695113"/>
            <a:chExt cx="9305853" cy="412819"/>
          </a:xfrm>
        </p:grpSpPr>
        <p:cxnSp>
          <p:nvCxnSpPr>
            <p:cNvPr id="96" name="Прямая соединительная линия 95">
              <a:extLst>
                <a:ext uri="{FF2B5EF4-FFF2-40B4-BE49-F238E27FC236}">
                  <a16:creationId xmlns:a16="http://schemas.microsoft.com/office/drawing/2014/main" id="{3CF5CEC4-5FA6-BA45-DB43-63E70FA93363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ED1E9CF-A9CC-5DAC-AEB6-4E7DE026F0D3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мастеру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5768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813F0-FB54-FB36-53A2-AF86B18C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8FD04A2-6348-4F3D-C5F3-72AA3CBA0B67}"/>
              </a:ext>
            </a:extLst>
          </p:cNvPr>
          <p:cNvSpPr/>
          <p:nvPr/>
        </p:nvSpPr>
        <p:spPr>
          <a:xfrm>
            <a:off x="0" y="0"/>
            <a:ext cx="10741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3A927CD-CF01-4A13-E632-858EFF137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71" t="-26471" r="-38971" b="-26471"/>
          <a:stretch>
            <a:fillRect/>
          </a:stretch>
        </p:blipFill>
        <p:spPr>
          <a:xfrm>
            <a:off x="0" y="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1074198 w 1074198"/>
              <a:gd name="csY1" fmla="*/ 0 h 923278"/>
              <a:gd name="csX2" fmla="*/ 1074198 w 1074198"/>
              <a:gd name="csY2" fmla="*/ 923278 h 923278"/>
              <a:gd name="csX3" fmla="*/ 0 w 1074198"/>
              <a:gd name="csY3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1074198" y="0"/>
                </a:lnTo>
                <a:lnTo>
                  <a:pt x="1074198" y="923278"/>
                </a:lnTo>
                <a:lnTo>
                  <a:pt x="0" y="923278"/>
                </a:lnTo>
                <a:close/>
              </a:path>
            </a:pathLst>
          </a:cu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F743967-D1C1-757F-D4FF-FDDE4CE82D4E}"/>
              </a:ext>
            </a:extLst>
          </p:cNvPr>
          <p:cNvSpPr/>
          <p:nvPr/>
        </p:nvSpPr>
        <p:spPr>
          <a:xfrm>
            <a:off x="0" y="2769834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F81F864-0647-A559-6416-03FA5AB7055F}"/>
              </a:ext>
            </a:extLst>
          </p:cNvPr>
          <p:cNvSpPr/>
          <p:nvPr/>
        </p:nvSpPr>
        <p:spPr>
          <a:xfrm>
            <a:off x="0" y="3693112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F03D2DC-E14C-1AA3-A869-597080477775}"/>
              </a:ext>
            </a:extLst>
          </p:cNvPr>
          <p:cNvSpPr/>
          <p:nvPr/>
        </p:nvSpPr>
        <p:spPr>
          <a:xfrm>
            <a:off x="0" y="4616390"/>
            <a:ext cx="1074198" cy="923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hlinkClick r:id="rId3" action="ppaction://hlinksldjump"/>
            <a:extLst>
              <a:ext uri="{FF2B5EF4-FFF2-40B4-BE49-F238E27FC236}">
                <a16:creationId xmlns:a16="http://schemas.microsoft.com/office/drawing/2014/main" id="{F13AB809-FAA1-E238-8B42-44ACC4D93C2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173"/>
          <a:stretch>
            <a:fillRect/>
          </a:stretch>
        </p:blipFill>
        <p:spPr>
          <a:xfrm>
            <a:off x="0" y="1318332"/>
            <a:ext cx="1074198" cy="923278"/>
          </a:xfrm>
          <a:custGeom>
            <a:avLst/>
            <a:gdLst>
              <a:gd name="csX0" fmla="*/ 0 w 998738"/>
              <a:gd name="csY0" fmla="*/ 0 h 923278"/>
              <a:gd name="csX1" fmla="*/ 75460 w 998738"/>
              <a:gd name="csY1" fmla="*/ 0 h 923278"/>
              <a:gd name="csX2" fmla="*/ 998735 w 998738"/>
              <a:gd name="csY2" fmla="*/ 0 h 923278"/>
              <a:gd name="csX3" fmla="*/ 998738 w 998738"/>
              <a:gd name="csY3" fmla="*/ 0 h 923278"/>
              <a:gd name="csX4" fmla="*/ 998738 w 998738"/>
              <a:gd name="csY4" fmla="*/ 923278 h 923278"/>
              <a:gd name="csX5" fmla="*/ 998735 w 998738"/>
              <a:gd name="csY5" fmla="*/ 923278 h 923278"/>
              <a:gd name="csX6" fmla="*/ 75460 w 998738"/>
              <a:gd name="csY6" fmla="*/ 923278 h 923278"/>
              <a:gd name="csX7" fmla="*/ 0 w 99873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8738" h="923278">
                <a:moveTo>
                  <a:pt x="0" y="0"/>
                </a:moveTo>
                <a:lnTo>
                  <a:pt x="75460" y="0"/>
                </a:lnTo>
                <a:lnTo>
                  <a:pt x="998735" y="0"/>
                </a:lnTo>
                <a:lnTo>
                  <a:pt x="998738" y="0"/>
                </a:lnTo>
                <a:lnTo>
                  <a:pt x="998738" y="923278"/>
                </a:lnTo>
                <a:lnTo>
                  <a:pt x="998735" y="923278"/>
                </a:lnTo>
                <a:lnTo>
                  <a:pt x="75460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29" name="Рисунок 28">
            <a:hlinkClick r:id="rId6" action="ppaction://hlinksldjump"/>
            <a:extLst>
              <a:ext uri="{FF2B5EF4-FFF2-40B4-BE49-F238E27FC236}">
                <a16:creationId xmlns:a16="http://schemas.microsoft.com/office/drawing/2014/main" id="{0E4F7B54-0115-4D79-C732-72CA0D004AA2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731" r="-9615"/>
          <a:stretch>
            <a:fillRect/>
          </a:stretch>
        </p:blipFill>
        <p:spPr>
          <a:xfrm>
            <a:off x="13314" y="2241610"/>
            <a:ext cx="1074198" cy="923278"/>
          </a:xfrm>
          <a:custGeom>
            <a:avLst/>
            <a:gdLst>
              <a:gd name="csX0" fmla="*/ 0 w 1074198"/>
              <a:gd name="csY0" fmla="*/ 0 h 923278"/>
              <a:gd name="csX1" fmla="*/ 62146 w 1074198"/>
              <a:gd name="csY1" fmla="*/ 0 h 923278"/>
              <a:gd name="csX2" fmla="*/ 985424 w 1074198"/>
              <a:gd name="csY2" fmla="*/ 0 h 923278"/>
              <a:gd name="csX3" fmla="*/ 1074198 w 1074198"/>
              <a:gd name="csY3" fmla="*/ 0 h 923278"/>
              <a:gd name="csX4" fmla="*/ 1074198 w 1074198"/>
              <a:gd name="csY4" fmla="*/ 923278 h 923278"/>
              <a:gd name="csX5" fmla="*/ 985424 w 1074198"/>
              <a:gd name="csY5" fmla="*/ 923278 h 923278"/>
              <a:gd name="csX6" fmla="*/ 62146 w 1074198"/>
              <a:gd name="csY6" fmla="*/ 923278 h 923278"/>
              <a:gd name="csX7" fmla="*/ 0 w 1074198"/>
              <a:gd name="csY7" fmla="*/ 923278 h 923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4198" h="923278">
                <a:moveTo>
                  <a:pt x="0" y="0"/>
                </a:moveTo>
                <a:lnTo>
                  <a:pt x="62146" y="0"/>
                </a:lnTo>
                <a:lnTo>
                  <a:pt x="985424" y="0"/>
                </a:lnTo>
                <a:lnTo>
                  <a:pt x="1074198" y="0"/>
                </a:lnTo>
                <a:lnTo>
                  <a:pt x="1074198" y="923278"/>
                </a:lnTo>
                <a:lnTo>
                  <a:pt x="985424" y="923278"/>
                </a:lnTo>
                <a:lnTo>
                  <a:pt x="62146" y="923278"/>
                </a:lnTo>
                <a:lnTo>
                  <a:pt x="0" y="923278"/>
                </a:lnTo>
                <a:close/>
              </a:path>
            </a:pathLst>
          </a:custGeom>
        </p:spPr>
      </p:pic>
      <p:pic>
        <p:nvPicPr>
          <p:cNvPr id="30" name="Рисунок 29">
            <a:hlinkClick r:id="rId9" action="ppaction://hlinksldjump"/>
            <a:extLst>
              <a:ext uri="{FF2B5EF4-FFF2-40B4-BE49-F238E27FC236}">
                <a16:creationId xmlns:a16="http://schemas.microsoft.com/office/drawing/2014/main" id="{77DC2F78-4363-6783-F78C-CA5279D30C7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" y="3164888"/>
            <a:ext cx="923277" cy="9232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31" name="Рисунок 30">
            <a:hlinkClick r:id="rId12" action="ppaction://hlinksldjump"/>
            <a:extLst>
              <a:ext uri="{FF2B5EF4-FFF2-40B4-BE49-F238E27FC236}">
                <a16:creationId xmlns:a16="http://schemas.microsoft.com/office/drawing/2014/main" id="{5CFD63AC-F4AA-ED40-0C38-C7544EC3B34D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" y="4088165"/>
            <a:ext cx="923277" cy="923277"/>
          </a:xfrm>
          <a:prstGeom prst="rect">
            <a:avLst/>
          </a:prstGeom>
        </p:spPr>
      </p:pic>
      <p:pic>
        <p:nvPicPr>
          <p:cNvPr id="32" name="Рисунок 31">
            <a:hlinkClick r:id="rId15" action="ppaction://hlinksldjump"/>
            <a:extLst>
              <a:ext uri="{FF2B5EF4-FFF2-40B4-BE49-F238E27FC236}">
                <a16:creationId xmlns:a16="http://schemas.microsoft.com/office/drawing/2014/main" id="{397C160C-796E-A020-58BE-8B962AC55420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8" y="5011442"/>
            <a:ext cx="923277" cy="923277"/>
          </a:xfrm>
          <a:prstGeom prst="rect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D2E4849-F719-FA25-BE6A-E3313CCF6A32}"/>
              </a:ext>
            </a:extLst>
          </p:cNvPr>
          <p:cNvSpPr/>
          <p:nvPr/>
        </p:nvSpPr>
        <p:spPr>
          <a:xfrm>
            <a:off x="1020264" y="4088167"/>
            <a:ext cx="45719" cy="9232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1F81649-06B0-8A98-24D6-D4289003DB11}"/>
              </a:ext>
            </a:extLst>
          </p:cNvPr>
          <p:cNvGrpSpPr/>
          <p:nvPr/>
        </p:nvGrpSpPr>
        <p:grpSpPr>
          <a:xfrm>
            <a:off x="1278384" y="235346"/>
            <a:ext cx="10520039" cy="829974"/>
            <a:chOff x="1278384" y="235346"/>
            <a:chExt cx="10520039" cy="829974"/>
          </a:xfrm>
        </p:grpSpPr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F066CAC9-B7CC-1B44-B81E-83AD80080E8C}"/>
                </a:ext>
              </a:extLst>
            </p:cNvPr>
            <p:cNvCxnSpPr/>
            <p:nvPr/>
          </p:nvCxnSpPr>
          <p:spPr>
            <a:xfrm>
              <a:off x="1278384" y="1065320"/>
              <a:ext cx="1052003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E273A11C-12AF-FF82-1FB0-235C86B2A2EB}"/>
                </a:ext>
              </a:extLst>
            </p:cNvPr>
            <p:cNvSpPr/>
            <p:nvPr/>
          </p:nvSpPr>
          <p:spPr>
            <a:xfrm>
              <a:off x="1464816" y="239697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Добавить</a:t>
              </a: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6BBA507C-0036-8A04-B30B-796F94E3BFD0}"/>
                </a:ext>
              </a:extLst>
            </p:cNvPr>
            <p:cNvSpPr/>
            <p:nvPr/>
          </p:nvSpPr>
          <p:spPr>
            <a:xfrm>
              <a:off x="4643022" y="235346"/>
              <a:ext cx="2787588" cy="597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Удалить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EDF4D3EC-5199-5D52-A4A7-4F8000792FD9}"/>
              </a:ext>
            </a:extLst>
          </p:cNvPr>
          <p:cNvGrpSpPr/>
          <p:nvPr/>
        </p:nvGrpSpPr>
        <p:grpSpPr>
          <a:xfrm>
            <a:off x="1464816" y="1695113"/>
            <a:ext cx="9305853" cy="412819"/>
            <a:chOff x="1464816" y="1695113"/>
            <a:chExt cx="9305853" cy="412819"/>
          </a:xfrm>
        </p:grpSpPr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073E8783-330A-C8ED-F944-522F4F2B6743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1A790DE-9934-7F09-814C-4FC7384A34DA}"/>
                </a:ext>
              </a:extLst>
            </p:cNvPr>
            <p:cNvSpPr txBox="1"/>
            <p:nvPr/>
          </p:nvSpPr>
          <p:spPr>
            <a:xfrm>
              <a:off x="1464816" y="1695113"/>
              <a:ext cx="2607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мастеру</a:t>
              </a:r>
            </a:p>
          </p:txBody>
        </p:sp>
      </p:grp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9E7B25CA-163C-17E9-2A74-2B9EC79C2DC7}"/>
              </a:ext>
            </a:extLst>
          </p:cNvPr>
          <p:cNvGrpSpPr/>
          <p:nvPr/>
        </p:nvGrpSpPr>
        <p:grpSpPr>
          <a:xfrm>
            <a:off x="1464816" y="2487827"/>
            <a:ext cx="9305853" cy="412819"/>
            <a:chOff x="1464816" y="1695113"/>
            <a:chExt cx="9305853" cy="412819"/>
          </a:xfrm>
        </p:grpSpPr>
        <p:cxnSp>
          <p:nvCxnSpPr>
            <p:cNvPr id="90" name="Прямая соединительная линия 89">
              <a:extLst>
                <a:ext uri="{FF2B5EF4-FFF2-40B4-BE49-F238E27FC236}">
                  <a16:creationId xmlns:a16="http://schemas.microsoft.com/office/drawing/2014/main" id="{B296047D-5A90-6F86-6ECB-816AF861B36E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04F2F27-47E9-8AC8-E4F4-D6FF79413A85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мастеру</a:t>
              </a: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4C154279-C8BC-F823-51F7-E214D79FD64A}"/>
              </a:ext>
            </a:extLst>
          </p:cNvPr>
          <p:cNvGrpSpPr/>
          <p:nvPr/>
        </p:nvGrpSpPr>
        <p:grpSpPr>
          <a:xfrm>
            <a:off x="1464816" y="3164888"/>
            <a:ext cx="9305853" cy="412819"/>
            <a:chOff x="1464816" y="1695113"/>
            <a:chExt cx="9305853" cy="412819"/>
          </a:xfrm>
        </p:grpSpPr>
        <p:cxnSp>
          <p:nvCxnSpPr>
            <p:cNvPr id="93" name="Прямая соединительная линия 92">
              <a:extLst>
                <a:ext uri="{FF2B5EF4-FFF2-40B4-BE49-F238E27FC236}">
                  <a16:creationId xmlns:a16="http://schemas.microsoft.com/office/drawing/2014/main" id="{0C404890-DF76-BE88-07E9-A8C87CDDDD00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F17C66B-E5E8-9012-F4A1-6B91323A5846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мастеру</a:t>
              </a: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C057FE37-E124-676A-072C-B61786FFFD60}"/>
              </a:ext>
            </a:extLst>
          </p:cNvPr>
          <p:cNvGrpSpPr/>
          <p:nvPr/>
        </p:nvGrpSpPr>
        <p:grpSpPr>
          <a:xfrm>
            <a:off x="1464816" y="3841949"/>
            <a:ext cx="9305853" cy="412819"/>
            <a:chOff x="1464816" y="1695113"/>
            <a:chExt cx="9305853" cy="412819"/>
          </a:xfrm>
        </p:grpSpPr>
        <p:cxnSp>
          <p:nvCxnSpPr>
            <p:cNvPr id="96" name="Прямая соединительная линия 95">
              <a:extLst>
                <a:ext uri="{FF2B5EF4-FFF2-40B4-BE49-F238E27FC236}">
                  <a16:creationId xmlns:a16="http://schemas.microsoft.com/office/drawing/2014/main" id="{DD576043-DE58-B6DD-8635-A46A18815EBB}"/>
                </a:ext>
              </a:extLst>
            </p:cNvPr>
            <p:cNvCxnSpPr>
              <a:cxnSpLocks/>
            </p:cNvCxnSpPr>
            <p:nvPr/>
          </p:nvCxnSpPr>
          <p:spPr>
            <a:xfrm>
              <a:off x="1464816" y="2107932"/>
              <a:ext cx="930585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F1E2289-F9BB-ADF3-F0C4-C9D0C4EB6B4A}"/>
                </a:ext>
              </a:extLst>
            </p:cNvPr>
            <p:cNvSpPr txBox="1"/>
            <p:nvPr/>
          </p:nvSpPr>
          <p:spPr>
            <a:xfrm>
              <a:off x="1464816" y="1695113"/>
              <a:ext cx="259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Информация по мастеру</a:t>
              </a: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DC51734-72E5-F52A-F853-C16948A63BD4}"/>
              </a:ext>
            </a:extLst>
          </p:cNvPr>
          <p:cNvGrpSpPr/>
          <p:nvPr/>
        </p:nvGrpSpPr>
        <p:grpSpPr>
          <a:xfrm>
            <a:off x="1074198" y="0"/>
            <a:ext cx="11104488" cy="6856568"/>
            <a:chOff x="1074198" y="0"/>
            <a:chExt cx="11104488" cy="6856568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4F09180D-81E1-5433-6CFD-5E392376409A}"/>
                </a:ext>
              </a:extLst>
            </p:cNvPr>
            <p:cNvSpPr/>
            <p:nvPr/>
          </p:nvSpPr>
          <p:spPr>
            <a:xfrm>
              <a:off x="1074198" y="0"/>
              <a:ext cx="11104488" cy="6856568"/>
            </a:xfrm>
            <a:prstGeom prst="rect">
              <a:avLst/>
            </a:prstGeom>
            <a:solidFill>
              <a:srgbClr val="A5A5A5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2E4E7DC0-DC50-0405-19F8-00D978F47B52}"/>
                </a:ext>
              </a:extLst>
            </p:cNvPr>
            <p:cNvGrpSpPr/>
            <p:nvPr/>
          </p:nvGrpSpPr>
          <p:grpSpPr>
            <a:xfrm>
              <a:off x="3892834" y="727200"/>
              <a:ext cx="4616389" cy="5320764"/>
              <a:chOff x="4101483" y="727969"/>
              <a:chExt cx="4616389" cy="5320764"/>
            </a:xfrm>
          </p:grpSpPr>
          <p:sp>
            <p:nvSpPr>
              <p:cNvPr id="5" name="Прямоугольник: скругленные углы 4">
                <a:extLst>
                  <a:ext uri="{FF2B5EF4-FFF2-40B4-BE49-F238E27FC236}">
                    <a16:creationId xmlns:a16="http://schemas.microsoft.com/office/drawing/2014/main" id="{CCF3D91E-4359-E5E0-D7F5-AF2A6F861120}"/>
                  </a:ext>
                </a:extLst>
              </p:cNvPr>
              <p:cNvSpPr/>
              <p:nvPr/>
            </p:nvSpPr>
            <p:spPr>
              <a:xfrm>
                <a:off x="4101483" y="727969"/>
                <a:ext cx="4616389" cy="532076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AEA0B2-6DDB-60D1-6A03-A780DA5D08FF}"/>
                  </a:ext>
                </a:extLst>
              </p:cNvPr>
              <p:cNvSpPr txBox="1"/>
              <p:nvPr/>
            </p:nvSpPr>
            <p:spPr>
              <a:xfrm>
                <a:off x="4513954" y="1136423"/>
                <a:ext cx="1122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Добавить</a:t>
                </a:r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A4389A1A-75C2-35BF-2192-97A20DA605D7}"/>
                  </a:ext>
                </a:extLst>
              </p:cNvPr>
              <p:cNvSpPr/>
              <p:nvPr/>
            </p:nvSpPr>
            <p:spPr>
              <a:xfrm>
                <a:off x="4518734" y="2181689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EAE43363-9297-B9CA-3533-8473B4898EDB}"/>
                  </a:ext>
                </a:extLst>
              </p:cNvPr>
              <p:cNvSpPr/>
              <p:nvPr/>
            </p:nvSpPr>
            <p:spPr>
              <a:xfrm>
                <a:off x="4513954" y="2800122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85F70D70-177D-5A27-0C38-4DE53F9068FC}"/>
                  </a:ext>
                </a:extLst>
              </p:cNvPr>
              <p:cNvSpPr/>
              <p:nvPr/>
            </p:nvSpPr>
            <p:spPr>
              <a:xfrm>
                <a:off x="4511366" y="3408030"/>
                <a:ext cx="1947119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AEB05FDC-B39D-10A9-2029-1B4D49F5C560}"/>
                  </a:ext>
                </a:extLst>
              </p:cNvPr>
              <p:cNvSpPr/>
              <p:nvPr/>
            </p:nvSpPr>
            <p:spPr>
              <a:xfrm>
                <a:off x="6649351" y="3407742"/>
                <a:ext cx="1782986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DB362889-5592-BEA9-2199-6F47CFE6351B}"/>
                  </a:ext>
                </a:extLst>
              </p:cNvPr>
              <p:cNvSpPr/>
              <p:nvPr/>
            </p:nvSpPr>
            <p:spPr>
              <a:xfrm>
                <a:off x="4513953" y="4043225"/>
                <a:ext cx="3920971" cy="46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: скругленные углы 11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34636DCF-2661-CD1E-A908-898F80DD1F7F}"/>
                  </a:ext>
                </a:extLst>
              </p:cNvPr>
              <p:cNvSpPr/>
              <p:nvPr/>
            </p:nvSpPr>
            <p:spPr>
              <a:xfrm>
                <a:off x="6973237" y="5131621"/>
                <a:ext cx="1490117" cy="442932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Добавить</a:t>
                </a:r>
              </a:p>
            </p:txBody>
          </p:sp>
          <p:sp>
            <p:nvSpPr>
              <p:cNvPr id="13" name="Прямоугольник: скругленные углы 12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AB662125-37BE-54AB-9316-E582E1820254}"/>
                  </a:ext>
                </a:extLst>
              </p:cNvPr>
              <p:cNvSpPr/>
              <p:nvPr/>
            </p:nvSpPr>
            <p:spPr>
              <a:xfrm>
                <a:off x="5331534" y="5132249"/>
                <a:ext cx="1490117" cy="442932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Отменить</a:t>
                </a:r>
              </a:p>
            </p:txBody>
          </p:sp>
          <p:sp>
            <p:nvSpPr>
              <p:cNvPr id="14" name="TextBox 13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29D1F192-87ED-CDAB-DB8C-30C5CAB82C46}"/>
                  </a:ext>
                </a:extLst>
              </p:cNvPr>
              <p:cNvSpPr txBox="1"/>
              <p:nvPr/>
            </p:nvSpPr>
            <p:spPr>
              <a:xfrm>
                <a:off x="8099328" y="109438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endParaRPr lang="ru-RU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56203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384</Words>
  <Application>Microsoft Office PowerPoint</Application>
  <PresentationFormat>Широкоэкранный</PresentationFormat>
  <Paragraphs>148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Богдан Смирнов</dc:creator>
  <cp:lastModifiedBy>Богдан Смирнов</cp:lastModifiedBy>
  <cp:revision>3</cp:revision>
  <dcterms:created xsi:type="dcterms:W3CDTF">2026-06-07T08:02:01Z</dcterms:created>
  <dcterms:modified xsi:type="dcterms:W3CDTF">2026-06-07T08:40:09Z</dcterms:modified>
</cp:coreProperties>
</file>